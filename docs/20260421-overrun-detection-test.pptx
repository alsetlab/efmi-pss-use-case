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93" autoAdjust="0"/>
    <p:restoredTop sz="94660"/>
  </p:normalViewPr>
  <p:slideViewPr>
    <p:cSldViewPr snapToGrid="0">
      <p:cViewPr varScale="1">
        <p:scale>
          <a:sx n="85" d="100"/>
          <a:sy n="85" d="100"/>
        </p:scale>
        <p:origin x="54" y="5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DFD9C-38CD-C0A1-BCAF-7605A320B7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0CFFC5-3719-B4FD-F7FC-4B9FFAD65C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A7DA5-82DF-BA4E-C6B7-0370D4DD7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35214-937C-4898-8186-95AAF8EB0092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D18D06-A808-5930-71BF-3E257A75E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7B20A-BCA6-6EF3-B200-4FD73B5D7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01D6B-B7F8-45BB-B490-6F857E0B5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313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2F358-5C4B-C4E1-5893-34F21EAB2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67115-CD5D-590E-0AA9-5FDB36AE5E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856FE-D16D-0C03-DC3C-C1C2F8766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35214-937C-4898-8186-95AAF8EB0092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CE9F42-7E61-7EC3-E047-D97E25274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E9D5F5-3736-CDEC-1800-732551E4F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01D6B-B7F8-45BB-B490-6F857E0B5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81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97545-7855-D144-20C3-AAACF4064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2CADB7-7701-3B01-9760-D63EC7E0D2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0C8B32-2EA3-66A5-5FD3-EC7174631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35214-937C-4898-8186-95AAF8EB0092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948A72-13F8-67B5-4D55-929BE40DF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97A81-C64B-8AD0-10AA-A78B72652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01D6B-B7F8-45BB-B490-6F857E0B5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080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F4FB9-083D-4A7E-26AD-84F48EA2F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AC9B1-E60B-0BE4-8BDF-8464C2B643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E2C081-7295-1074-D1CF-3544FF2349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261621-4D7C-00F6-B46C-9D139A4D8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35214-937C-4898-8186-95AAF8EB0092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C25DDA-82B3-2792-3514-F78B62785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9BBFAD-FFE5-B437-6BD9-D7FA49457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01D6B-B7F8-45BB-B490-6F857E0B5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020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7546E-2DEB-AF6E-E4FB-5855C522A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168164-05F3-A6FB-5B28-8DFBF7D3F0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C1E39A-313C-4F68-7CAE-4CB5C8C251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2CE03F-AA5D-50A4-EDE1-2B9044824E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C59D65-EBB9-726D-8301-FFD3A0D0FA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1D76AA-831F-78D7-F637-01D32B5ED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35214-937C-4898-8186-95AAF8EB0092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377CD3-78C0-18EA-6CF9-035731F3F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555205-AE4D-E8C8-7C93-E0D18D54F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01D6B-B7F8-45BB-B490-6F857E0B5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209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D068F-BEAF-8FDA-17E1-CF465FD7C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9E1EE7-536A-172C-E775-EB509A24A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35214-937C-4898-8186-95AAF8EB0092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F4125B-06B6-2402-9891-F1A30E31B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43C90B-594E-DBCD-0DAE-D674F84EB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01D6B-B7F8-45BB-B490-6F857E0B5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658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35356D-5577-8394-4554-9024A4119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35214-937C-4898-8186-95AAF8EB0092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3E5D13-64A9-E948-8C61-8CFF0B014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2B63C2-1895-A78F-72F6-81F613EFC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01D6B-B7F8-45BB-B490-6F857E0B5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009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7CB2D-BCFA-B46B-5C06-ACC7711DD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B72A9-8592-0027-2627-F682F9495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9D8D5-74E2-9649-F747-7C521346E4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A62FCC-17A6-DBC7-3FCD-4F68FEFBA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35214-937C-4898-8186-95AAF8EB0092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35BAD4-B42C-8398-D754-49342CBD1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AB3424-3044-0649-D721-52230C7E1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01D6B-B7F8-45BB-B490-6F857E0B5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870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96C33-4BA0-185C-2DFF-8D12BD591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1734DB-AB1E-D652-4C6E-513F00C164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5DA734-4F7B-8630-B7FE-A1BAA3A8D9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A43325-38F3-DDA1-6DAD-7DA282DA9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35214-937C-4898-8186-95AAF8EB0092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229CB8-40F9-C950-D776-10978679D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C707BC-F6BB-0D9D-6DD0-A7FB5CDDB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01D6B-B7F8-45BB-B490-6F857E0B5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609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73DD0-BF01-3E49-52B3-D421797DC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AF6047-3581-EA47-0672-1FF35E9C0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C61A37-2AD1-EE3F-5DF1-B545D23E9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35214-937C-4898-8186-95AAF8EB0092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F1545F-980C-0CAE-1FF2-7768BF2C6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A4D6A-4FF2-7477-B1E8-522E84D72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01D6B-B7F8-45BB-B490-6F857E0B5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2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864CBA-D683-DB9F-13F1-F1B38665F7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B114B5-0F84-44FD-09D9-049998DB01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6D6C5E-037D-6DA1-6CF1-19006645B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35214-937C-4898-8186-95AAF8EB0092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5AD7F-E714-35F1-F8CB-A4A5DD858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D76F0-2EF5-EE39-778A-B50BDB691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01D6B-B7F8-45BB-B490-6F857E0B5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98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0037DE-DE53-9F7D-FB28-C10AA05B2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44335F-CCE7-1853-3CF1-71E059CFB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A16C04-4785-792D-182F-08DC426DF0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235214-937C-4898-8186-95AAF8EB0092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190D3-1A21-ACBD-5F82-C4593065FB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1600B8-51A9-8F8C-0440-010C6DACF3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001D6B-B7F8-45BB-B490-6F857E0B5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203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05186A-65A3-488E-40F1-B4ECD793DE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5480"/>
          <a:stretch>
            <a:fillRect/>
          </a:stretch>
        </p:blipFill>
        <p:spPr>
          <a:xfrm>
            <a:off x="303391" y="298560"/>
            <a:ext cx="11277786" cy="5531370"/>
          </a:xfrm>
          <a:prstGeom prst="rect">
            <a:avLst/>
          </a:prstGeom>
        </p:spPr>
      </p:pic>
      <p:sp>
        <p:nvSpPr>
          <p:cNvPr id="8" name="Right Brace 7">
            <a:extLst>
              <a:ext uri="{FF2B5EF4-FFF2-40B4-BE49-F238E27FC236}">
                <a16:creationId xmlns:a16="http://schemas.microsoft.com/office/drawing/2014/main" id="{BD47E0C0-FEC4-ECC6-D22C-40D73AE17117}"/>
              </a:ext>
            </a:extLst>
          </p:cNvPr>
          <p:cNvSpPr/>
          <p:nvPr/>
        </p:nvSpPr>
        <p:spPr>
          <a:xfrm rot="5400000">
            <a:off x="2039168" y="4372854"/>
            <a:ext cx="375858" cy="774154"/>
          </a:xfrm>
          <a:prstGeom prst="rightBrace">
            <a:avLst>
              <a:gd name="adj1" fmla="val 23258"/>
              <a:gd name="adj2" fmla="val 50000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598597-6706-C742-CFE4-3A7526D50E11}"/>
              </a:ext>
            </a:extLst>
          </p:cNvPr>
          <p:cNvSpPr/>
          <p:nvPr/>
        </p:nvSpPr>
        <p:spPr>
          <a:xfrm>
            <a:off x="1520260" y="4947860"/>
            <a:ext cx="1447333" cy="50488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Redeployed G4CHIL</a:t>
            </a: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0F64626E-D480-8D3E-F7A8-1F4DC1D2EB0C}"/>
              </a:ext>
            </a:extLst>
          </p:cNvPr>
          <p:cNvSpPr/>
          <p:nvPr/>
        </p:nvSpPr>
        <p:spPr>
          <a:xfrm rot="5400000">
            <a:off x="3355605" y="4725337"/>
            <a:ext cx="375858" cy="710576"/>
          </a:xfrm>
          <a:prstGeom prst="rightBrace">
            <a:avLst>
              <a:gd name="adj1" fmla="val 23258"/>
              <a:gd name="adj2" fmla="val 50000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6605CD-18FF-9B13-BE25-64631E33CF0D}"/>
              </a:ext>
            </a:extLst>
          </p:cNvPr>
          <p:cNvSpPr/>
          <p:nvPr/>
        </p:nvSpPr>
        <p:spPr>
          <a:xfrm>
            <a:off x="2868486" y="5268554"/>
            <a:ext cx="1447333" cy="50488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Redeployed PSS</a:t>
            </a:r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DF303768-FEBD-0DD8-E17E-0A1AF733FE70}"/>
              </a:ext>
            </a:extLst>
          </p:cNvPr>
          <p:cNvSpPr/>
          <p:nvPr/>
        </p:nvSpPr>
        <p:spPr>
          <a:xfrm rot="5400000">
            <a:off x="5901526" y="4714118"/>
            <a:ext cx="375858" cy="173904"/>
          </a:xfrm>
          <a:prstGeom prst="rightBrace">
            <a:avLst>
              <a:gd name="adj1" fmla="val 0"/>
              <a:gd name="adj2" fmla="val 50000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5C2E3A-C019-779E-D42B-A25C1080C137}"/>
              </a:ext>
            </a:extLst>
          </p:cNvPr>
          <p:cNvSpPr/>
          <p:nvPr/>
        </p:nvSpPr>
        <p:spPr>
          <a:xfrm>
            <a:off x="5425436" y="5016113"/>
            <a:ext cx="1447333" cy="857364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Reset boards and took picture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EFA8E9F-BF7F-D3DF-C3C1-4394664FF8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706" t="17812" r="17141" b="23217"/>
          <a:stretch>
            <a:fillRect/>
          </a:stretch>
        </p:blipFill>
        <p:spPr>
          <a:xfrm>
            <a:off x="6616490" y="255013"/>
            <a:ext cx="4964687" cy="3370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201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Vanfretti, Luigi</dc:creator>
  <cp:lastModifiedBy>Vanfretti, Luigi</cp:lastModifiedBy>
  <cp:revision>1</cp:revision>
  <dcterms:created xsi:type="dcterms:W3CDTF">2026-04-21T16:50:00Z</dcterms:created>
  <dcterms:modified xsi:type="dcterms:W3CDTF">2026-04-21T16:54:07Z</dcterms:modified>
</cp:coreProperties>
</file>