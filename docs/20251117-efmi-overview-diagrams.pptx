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6" autoAdjust="0"/>
    <p:restoredTop sz="94660"/>
  </p:normalViewPr>
  <p:slideViewPr>
    <p:cSldViewPr snapToGrid="0">
      <p:cViewPr>
        <p:scale>
          <a:sx n="125" d="100"/>
          <a:sy n="125" d="100"/>
        </p:scale>
        <p:origin x="204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1E2F2-5518-4696-EDB1-BCA2BABA89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924059-2796-F882-BDDC-7A992ADAA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85900-12A8-AFC6-53F1-7AC3B8E8F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6F11-A80E-4576-BDF9-170DB6CF1BA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EEA8D-A871-B5E2-B6E2-A86F99A4A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C6E56-6E81-7150-9436-41FDF29B6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CA8F3-5F3D-43B2-AFB0-340DB619D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997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CA2AD-D3F1-104B-43C4-C98A53DD8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396D3-F615-112B-0D62-B216537E7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F0028-2BA0-AA8B-78A9-2BC0C0719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6F11-A80E-4576-BDF9-170DB6CF1BA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1E7F3-56EC-9686-1F2A-C2BFC7F00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B95D5-C089-2C58-BE64-DE27BD34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CA8F3-5F3D-43B2-AFB0-340DB619D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046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9AA9F-247B-F536-BF0B-2C6FBE8E8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F9E39-0A72-248B-6276-8C4DC73C9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F9C8B-9D9D-B146-DC8C-2FAE68CB9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6F11-A80E-4576-BDF9-170DB6CF1BA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F34AE-3175-21A7-6477-55645B4CE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9119C-C184-89E0-26CF-5AE4CF41C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CA8F3-5F3D-43B2-AFB0-340DB619D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602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2ECF5-0B40-F74D-C253-2C6CEADFB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43FBD-9120-C9F4-ECD3-ACC2195570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2C599D-354C-3982-1F12-4E8B07DE6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D2F08E-D9F7-6E63-3DC6-0ADF8EA5C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6F11-A80E-4576-BDF9-170DB6CF1BA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DDF47E-3C88-6FE2-C085-A656A1BEE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E744E-ADB0-DE27-9873-A27E9621F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CA8F3-5F3D-43B2-AFB0-340DB619D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746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B381D-34EA-D7D2-6CED-A02A9E87F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DC916-9029-DFD3-2006-3E3D24B81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97B6E-E5D3-2A08-8ACF-01A643A84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F337DA-81BA-13AB-2201-BA0E3C5B04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9C2A7D-69AB-82A3-5151-607066E554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C6754D-85E3-0667-A708-385B58B65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6F11-A80E-4576-BDF9-170DB6CF1BA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A6469F-3F43-A528-7413-14115B8AA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139F6F-AA04-FD96-F3C4-658B47C1F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CA8F3-5F3D-43B2-AFB0-340DB619D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18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000BD-7B4C-423C-8CDB-FBF16FD5A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B8289B-3780-CC20-D1D0-C9C041D8C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6F11-A80E-4576-BDF9-170DB6CF1BA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63A468-C3F4-E8C1-0A8C-5CA8CA304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7C5CA6-6EA9-7486-D2A7-2C7F2629E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CA8F3-5F3D-43B2-AFB0-340DB619D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101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4A050E-2A2F-3EC4-5B6F-505903B5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6F11-A80E-4576-BDF9-170DB6CF1BA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F5D36B-F4A8-46F5-DFA0-0A5938446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0CCAA-BCBD-CA17-DFDE-098D7E744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CA8F3-5F3D-43B2-AFB0-340DB619D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886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80C98-DE47-F22E-3F33-2E4065706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36240-87A2-0AB7-F5B7-77D37E2FE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5C218-A1A4-D833-2515-76C29709C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C0DEF-E3DF-9A63-E0CE-912AE7669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6F11-A80E-4576-BDF9-170DB6CF1BA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45688-A420-23D7-016E-C93F6B771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30EB13-B69E-F8C5-CC8F-E356E2992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CA8F3-5F3D-43B2-AFB0-340DB619D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663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92635-6BD6-333E-9AD0-22916A17D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88933B-CE73-EBFE-9DF3-646CF9F7C3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90F3DB-8072-9586-8621-668620A25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81B670-A5F3-42C7-796C-4EB626B1A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6F11-A80E-4576-BDF9-170DB6CF1BA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E5724-E406-855B-4136-2B765CAA6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AE010-25E2-0B8E-1687-4EA26993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CA8F3-5F3D-43B2-AFB0-340DB619D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245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91931-3430-D9BE-C32E-E2D891DF9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7C0E20-2FB3-4912-9DEC-717071395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3C54D-1A57-0F12-9C5F-21C86CED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6F11-A80E-4576-BDF9-170DB6CF1BA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24992-4B48-1992-A4DF-6D7E543AB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71E17-2848-F9A2-57AC-3513BD248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CA8F3-5F3D-43B2-AFB0-340DB619D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423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F34ECE-BACA-66BB-10C3-110FA5ABEE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BB102A-5702-BA8D-AF07-CAF74E315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AEB4D-FE00-1500-A5D2-564F677E3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6F11-A80E-4576-BDF9-170DB6CF1BA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ED315-2FE0-43BD-BF0F-960E6AC98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BBE32-810F-D1CC-061A-4E660A45D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CA8F3-5F3D-43B2-AFB0-340DB619D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02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3CE61E-89C2-C810-276F-F812C44ED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F8FCF-11EB-03B1-D5C4-020FCBEB2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75977-BA82-321F-0FF7-D5F56061DC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386F11-A80E-4576-BDF9-170DB6CF1BA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F7522-3F29-1FFE-69EB-82487A278E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9FF44-0D55-31D7-0A3E-77F523F59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7CA8F3-5F3D-43B2-AFB0-340DB619D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80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ALSETLab/efmi-pss-use-case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C3B048-5B2B-AC1B-AD9C-89AC9597CE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5"/>
          <a:stretch>
            <a:fillRect/>
          </a:stretch>
        </p:blipFill>
        <p:spPr>
          <a:xfrm>
            <a:off x="37706" y="7189"/>
            <a:ext cx="2685263" cy="6858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6ADD67B-9BDB-135E-3B7C-555A68B1305D}"/>
              </a:ext>
            </a:extLst>
          </p:cNvPr>
          <p:cNvCxnSpPr/>
          <p:nvPr/>
        </p:nvCxnSpPr>
        <p:spPr>
          <a:xfrm>
            <a:off x="1477992" y="1541253"/>
            <a:ext cx="20933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C44C911-4942-2577-4860-BADACD4087DB}"/>
              </a:ext>
            </a:extLst>
          </p:cNvPr>
          <p:cNvCxnSpPr/>
          <p:nvPr/>
        </p:nvCxnSpPr>
        <p:spPr>
          <a:xfrm>
            <a:off x="1441856" y="3362197"/>
            <a:ext cx="20933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03EF89D-EDF2-9D2F-315A-F8D86BAF48E3}"/>
              </a:ext>
            </a:extLst>
          </p:cNvPr>
          <p:cNvCxnSpPr/>
          <p:nvPr/>
        </p:nvCxnSpPr>
        <p:spPr>
          <a:xfrm>
            <a:off x="1676298" y="6003273"/>
            <a:ext cx="20933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31D5804-3FC1-2833-C87D-B57AD79AC747}"/>
              </a:ext>
            </a:extLst>
          </p:cNvPr>
          <p:cNvSpPr txBox="1"/>
          <p:nvPr/>
        </p:nvSpPr>
        <p:spPr>
          <a:xfrm>
            <a:off x="3643460" y="1343320"/>
            <a:ext cx="25310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Plant for Hardware-in-the-Loop Testing with Actual </a:t>
            </a:r>
            <a:r>
              <a:rPr lang="en-US" dirty="0" err="1"/>
              <a:t>Unitrol</a:t>
            </a:r>
            <a:r>
              <a:rPr lang="en-US" dirty="0"/>
              <a:t> 1020 and external PSS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826AC9-7C83-8A0D-826C-891F9F6171DA}"/>
              </a:ext>
            </a:extLst>
          </p:cNvPr>
          <p:cNvSpPr txBox="1"/>
          <p:nvPr/>
        </p:nvSpPr>
        <p:spPr>
          <a:xfrm>
            <a:off x="3643460" y="3211631"/>
            <a:ext cx="25310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Plant for Controller HIL using </a:t>
            </a:r>
            <a:r>
              <a:rPr lang="en-US" dirty="0" err="1"/>
              <a:t>Nucleo</a:t>
            </a:r>
            <a:r>
              <a:rPr lang="en-US" dirty="0"/>
              <a:t> Board with PSS/Controller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F1A9D1-C8C4-4D1E-AE5C-E77BAAE7313A}"/>
              </a:ext>
            </a:extLst>
          </p:cNvPr>
          <p:cNvSpPr txBox="1"/>
          <p:nvPr/>
        </p:nvSpPr>
        <p:spPr>
          <a:xfrm>
            <a:off x="3838280" y="5818607"/>
            <a:ext cx="2531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PSS / Controller FMU</a:t>
            </a:r>
          </a:p>
        </p:txBody>
      </p:sp>
      <p:pic>
        <p:nvPicPr>
          <p:cNvPr id="14" name="Picture 1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C4AE8BC-5965-AB68-5C88-849BC5B80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10"/>
          <a:stretch>
            <a:fillRect/>
          </a:stretch>
        </p:blipFill>
        <p:spPr>
          <a:xfrm>
            <a:off x="6941617" y="1108333"/>
            <a:ext cx="4425074" cy="101831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B036BD1-AE4C-7FF6-DCEF-DAEC764B67E6}"/>
              </a:ext>
            </a:extLst>
          </p:cNvPr>
          <p:cNvSpPr/>
          <p:nvPr/>
        </p:nvSpPr>
        <p:spPr>
          <a:xfrm>
            <a:off x="9587060" y="994528"/>
            <a:ext cx="1560136" cy="1211344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9AC549D-1CA9-BF28-4034-5DF6917F8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10"/>
          <a:stretch>
            <a:fillRect/>
          </a:stretch>
        </p:blipFill>
        <p:spPr>
          <a:xfrm>
            <a:off x="6941617" y="3278069"/>
            <a:ext cx="4425074" cy="101831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B21DE10-F9FB-10C1-6E6C-2A539B3831AD}"/>
              </a:ext>
            </a:extLst>
          </p:cNvPr>
          <p:cNvSpPr/>
          <p:nvPr/>
        </p:nvSpPr>
        <p:spPr>
          <a:xfrm>
            <a:off x="8380429" y="3164264"/>
            <a:ext cx="2766767" cy="1211344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93EB8A0-C669-3E3B-F5D1-2749E34D3A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10"/>
          <a:stretch>
            <a:fillRect/>
          </a:stretch>
        </p:blipFill>
        <p:spPr>
          <a:xfrm>
            <a:off x="6941617" y="5447805"/>
            <a:ext cx="4425074" cy="101831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A3D9B58-2611-B379-7C0E-A869D9528A73}"/>
              </a:ext>
            </a:extLst>
          </p:cNvPr>
          <p:cNvSpPr/>
          <p:nvPr/>
        </p:nvSpPr>
        <p:spPr>
          <a:xfrm>
            <a:off x="6941618" y="5334000"/>
            <a:ext cx="1438812" cy="1211344"/>
          </a:xfrm>
          <a:prstGeom prst="rect">
            <a:avLst/>
          </a:prstGeom>
          <a:noFill/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EFD130-0886-10D5-E76C-6FFD5426C366}"/>
              </a:ext>
            </a:extLst>
          </p:cNvPr>
          <p:cNvSpPr txBox="1"/>
          <p:nvPr/>
        </p:nvSpPr>
        <p:spPr>
          <a:xfrm>
            <a:off x="9483713" y="625196"/>
            <a:ext cx="1766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eFMU</a:t>
            </a:r>
            <a:r>
              <a:rPr lang="en-US" dirty="0">
                <a:solidFill>
                  <a:srgbClr val="FF0000"/>
                </a:solidFill>
              </a:rPr>
              <a:t>: Grid4HIL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0E4D51-3B1F-CFE9-F4FA-988B4D3EC7A9}"/>
              </a:ext>
            </a:extLst>
          </p:cNvPr>
          <p:cNvSpPr txBox="1"/>
          <p:nvPr/>
        </p:nvSpPr>
        <p:spPr>
          <a:xfrm>
            <a:off x="6749978" y="6545344"/>
            <a:ext cx="2489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3"/>
                </a:solidFill>
              </a:rPr>
              <a:t>eFMU</a:t>
            </a:r>
            <a:r>
              <a:rPr lang="en-US" dirty="0">
                <a:solidFill>
                  <a:schemeClr val="accent3"/>
                </a:solidFill>
              </a:rPr>
              <a:t>: </a:t>
            </a:r>
            <a:r>
              <a:rPr lang="en-US" dirty="0" err="1">
                <a:solidFill>
                  <a:schemeClr val="accent3"/>
                </a:solidFill>
              </a:rPr>
              <a:t>efmuPSS</a:t>
            </a:r>
            <a:r>
              <a:rPr lang="en-US" dirty="0">
                <a:solidFill>
                  <a:schemeClr val="accent3"/>
                </a:solidFill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C87784-D749-15E2-7FFB-F452D73B99ED}"/>
              </a:ext>
            </a:extLst>
          </p:cNvPr>
          <p:cNvSpPr txBox="1"/>
          <p:nvPr/>
        </p:nvSpPr>
        <p:spPr>
          <a:xfrm>
            <a:off x="8880397" y="2738030"/>
            <a:ext cx="1764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eFMU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 err="1">
                <a:solidFill>
                  <a:srgbClr val="FF0000"/>
                </a:solidFill>
              </a:rPr>
              <a:t>CHILTest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CE4844-1DE2-48F3-BD60-67ABFEED3617}"/>
              </a:ext>
            </a:extLst>
          </p:cNvPr>
          <p:cNvSpPr/>
          <p:nvPr/>
        </p:nvSpPr>
        <p:spPr>
          <a:xfrm>
            <a:off x="8454296" y="3960316"/>
            <a:ext cx="1103284" cy="369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Model of </a:t>
            </a:r>
            <a:r>
              <a:rPr lang="en-US" sz="1400" dirty="0" err="1"/>
              <a:t>Unitrol</a:t>
            </a:r>
            <a:endParaRPr lang="en-US" sz="1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123B30-B219-F2A4-0C27-C71F03841A87}"/>
              </a:ext>
            </a:extLst>
          </p:cNvPr>
          <p:cNvSpPr/>
          <p:nvPr/>
        </p:nvSpPr>
        <p:spPr>
          <a:xfrm>
            <a:off x="7051307" y="809859"/>
            <a:ext cx="1219432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stm32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C394B6-2973-AC5F-9325-E98C42AF93FB}"/>
              </a:ext>
            </a:extLst>
          </p:cNvPr>
          <p:cNvSpPr/>
          <p:nvPr/>
        </p:nvSpPr>
        <p:spPr>
          <a:xfrm>
            <a:off x="7014374" y="2693989"/>
            <a:ext cx="1219432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stm32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DBAEF-0788-AE32-9928-864E7F3513B1}"/>
              </a:ext>
            </a:extLst>
          </p:cNvPr>
          <p:cNvSpPr/>
          <p:nvPr/>
        </p:nvSpPr>
        <p:spPr>
          <a:xfrm>
            <a:off x="8319183" y="809859"/>
            <a:ext cx="1219432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Unitrol</a:t>
            </a:r>
            <a:endParaRPr lang="en-US" dirty="0"/>
          </a:p>
        </p:txBody>
      </p:sp>
      <p:pic>
        <p:nvPicPr>
          <p:cNvPr id="13" name="Picture 1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E439FE8-6A88-01A3-3DFA-8A94AF8FBB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10"/>
          <a:stretch>
            <a:fillRect/>
          </a:stretch>
        </p:blipFill>
        <p:spPr>
          <a:xfrm>
            <a:off x="6941617" y="-760257"/>
            <a:ext cx="4425074" cy="101831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173D409-FDBC-ED1B-AA94-A9D535E282AA}"/>
              </a:ext>
            </a:extLst>
          </p:cNvPr>
          <p:cNvSpPr/>
          <p:nvPr/>
        </p:nvSpPr>
        <p:spPr>
          <a:xfrm>
            <a:off x="7051307" y="-1292925"/>
            <a:ext cx="1219432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stm32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2469E8-0270-647C-1BF3-AFD15DD6001B}"/>
              </a:ext>
            </a:extLst>
          </p:cNvPr>
          <p:cNvSpPr/>
          <p:nvPr/>
        </p:nvSpPr>
        <p:spPr>
          <a:xfrm>
            <a:off x="6904684" y="3172410"/>
            <a:ext cx="1438812" cy="1211344"/>
          </a:xfrm>
          <a:prstGeom prst="rect">
            <a:avLst/>
          </a:prstGeom>
          <a:noFill/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74D8B5-123F-7489-B9AB-F6965C5517A0}"/>
              </a:ext>
            </a:extLst>
          </p:cNvPr>
          <p:cNvSpPr txBox="1"/>
          <p:nvPr/>
        </p:nvSpPr>
        <p:spPr>
          <a:xfrm>
            <a:off x="6664253" y="4405468"/>
            <a:ext cx="2489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3"/>
                </a:solidFill>
              </a:rPr>
              <a:t>eFMU</a:t>
            </a:r>
            <a:r>
              <a:rPr lang="en-US" dirty="0">
                <a:solidFill>
                  <a:schemeClr val="accent3"/>
                </a:solidFill>
              </a:rPr>
              <a:t>: </a:t>
            </a:r>
            <a:r>
              <a:rPr lang="en-US" dirty="0" err="1">
                <a:solidFill>
                  <a:schemeClr val="accent3"/>
                </a:solidFill>
              </a:rPr>
              <a:t>efmuPSS</a:t>
            </a:r>
            <a:r>
              <a:rPr lang="en-US" dirty="0">
                <a:solidFill>
                  <a:schemeClr val="accent3"/>
                </a:solidFill>
              </a:rPr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9B3119-8B55-D4A7-9721-1CA92824BAA9}"/>
              </a:ext>
            </a:extLst>
          </p:cNvPr>
          <p:cNvSpPr/>
          <p:nvPr/>
        </p:nvSpPr>
        <p:spPr>
          <a:xfrm>
            <a:off x="6850713" y="721065"/>
            <a:ext cx="1438812" cy="1211344"/>
          </a:xfrm>
          <a:prstGeom prst="rect">
            <a:avLst/>
          </a:prstGeom>
          <a:noFill/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FDBF81-2717-C573-A644-43139521B12C}"/>
              </a:ext>
            </a:extLst>
          </p:cNvPr>
          <p:cNvSpPr txBox="1"/>
          <p:nvPr/>
        </p:nvSpPr>
        <p:spPr>
          <a:xfrm>
            <a:off x="6591232" y="53377"/>
            <a:ext cx="2489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3"/>
                </a:solidFill>
              </a:rPr>
              <a:t>eFMU</a:t>
            </a:r>
            <a:r>
              <a:rPr lang="en-US" dirty="0">
                <a:solidFill>
                  <a:schemeClr val="accent3"/>
                </a:solidFill>
              </a:rPr>
              <a:t>: </a:t>
            </a:r>
            <a:r>
              <a:rPr lang="en-US" dirty="0" err="1">
                <a:solidFill>
                  <a:schemeClr val="accent3"/>
                </a:solidFill>
              </a:rPr>
              <a:t>efmuPSS</a:t>
            </a:r>
            <a:r>
              <a:rPr lang="en-US" dirty="0">
                <a:solidFill>
                  <a:schemeClr val="accent3"/>
                </a:solidFill>
              </a:rPr>
              <a:t>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6349BD0-0DDB-60AC-4CF8-AD21DB6E4294}"/>
              </a:ext>
            </a:extLst>
          </p:cNvPr>
          <p:cNvSpPr/>
          <p:nvPr/>
        </p:nvSpPr>
        <p:spPr>
          <a:xfrm>
            <a:off x="6883146" y="-781972"/>
            <a:ext cx="1406379" cy="918825"/>
          </a:xfrm>
          <a:prstGeom prst="rect">
            <a:avLst/>
          </a:prstGeom>
          <a:noFill/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B1B71C-3AFB-B89B-28A3-CC7C3A401DF1}"/>
              </a:ext>
            </a:extLst>
          </p:cNvPr>
          <p:cNvSpPr txBox="1"/>
          <p:nvPr/>
        </p:nvSpPr>
        <p:spPr>
          <a:xfrm>
            <a:off x="6762682" y="2106523"/>
            <a:ext cx="2489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3"/>
                </a:solidFill>
              </a:rPr>
              <a:t>eFMU</a:t>
            </a:r>
            <a:r>
              <a:rPr lang="en-US" dirty="0">
                <a:solidFill>
                  <a:schemeClr val="accent3"/>
                </a:solidFill>
              </a:rPr>
              <a:t>: </a:t>
            </a:r>
            <a:r>
              <a:rPr lang="en-US" dirty="0" err="1">
                <a:solidFill>
                  <a:schemeClr val="accent3"/>
                </a:solidFill>
              </a:rPr>
              <a:t>efmuPSS</a:t>
            </a:r>
            <a:r>
              <a:rPr lang="en-US" dirty="0">
                <a:solidFill>
                  <a:schemeClr val="accent3"/>
                </a:solidFill>
              </a:rPr>
              <a:t>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C7EFA42-BF84-D966-13D2-172D833A1B17}"/>
              </a:ext>
            </a:extLst>
          </p:cNvPr>
          <p:cNvSpPr/>
          <p:nvPr/>
        </p:nvSpPr>
        <p:spPr>
          <a:xfrm>
            <a:off x="8357931" y="-1309367"/>
            <a:ext cx="1219432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Unitrol</a:t>
            </a:r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BC5510E-4550-F5C4-343B-9C759CEBA5CE}"/>
              </a:ext>
            </a:extLst>
          </p:cNvPr>
          <p:cNvSpPr/>
          <p:nvPr/>
        </p:nvSpPr>
        <p:spPr>
          <a:xfrm>
            <a:off x="9664555" y="-1309367"/>
            <a:ext cx="1312289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 + Grid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C9E4795-123A-7748-DC63-27845337EA69}"/>
              </a:ext>
            </a:extLst>
          </p:cNvPr>
          <p:cNvSpPr/>
          <p:nvPr/>
        </p:nvSpPr>
        <p:spPr>
          <a:xfrm>
            <a:off x="11463040" y="5592009"/>
            <a:ext cx="666750" cy="69532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A3EDB27-D393-269B-2363-B56AE32FACDE}"/>
              </a:ext>
            </a:extLst>
          </p:cNvPr>
          <p:cNvSpPr/>
          <p:nvPr/>
        </p:nvSpPr>
        <p:spPr>
          <a:xfrm>
            <a:off x="11403624" y="3464132"/>
            <a:ext cx="666750" cy="69532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892FEFA-4E46-F66E-78C4-292C8FEFE887}"/>
              </a:ext>
            </a:extLst>
          </p:cNvPr>
          <p:cNvSpPr/>
          <p:nvPr/>
        </p:nvSpPr>
        <p:spPr>
          <a:xfrm>
            <a:off x="11354602" y="1179192"/>
            <a:ext cx="666750" cy="69532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6D06A4C-1CE2-D00C-618A-74D5FA3A1CBA}"/>
              </a:ext>
            </a:extLst>
          </p:cNvPr>
          <p:cNvSpPr/>
          <p:nvPr/>
        </p:nvSpPr>
        <p:spPr>
          <a:xfrm>
            <a:off x="11403548" y="-758086"/>
            <a:ext cx="666750" cy="69532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0A31671-4F30-5AB1-C446-D4CDAC5FDF15}"/>
              </a:ext>
            </a:extLst>
          </p:cNvPr>
          <p:cNvSpPr/>
          <p:nvPr/>
        </p:nvSpPr>
        <p:spPr>
          <a:xfrm>
            <a:off x="9557580" y="2289470"/>
            <a:ext cx="1589616" cy="24634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Typhoon-HIL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F21886B-344D-1570-A7EC-6154F800F2F2}"/>
              </a:ext>
            </a:extLst>
          </p:cNvPr>
          <p:cNvSpPr/>
          <p:nvPr/>
        </p:nvSpPr>
        <p:spPr>
          <a:xfrm>
            <a:off x="8373838" y="4435327"/>
            <a:ext cx="2778087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stm32</a:t>
            </a:r>
          </a:p>
        </p:txBody>
      </p:sp>
    </p:spTree>
    <p:extLst>
      <p:ext uri="{BB962C8B-B14F-4D97-AF65-F5344CB8AC3E}">
        <p14:creationId xmlns:p14="http://schemas.microsoft.com/office/powerpoint/2010/main" val="552247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36CB2-D5ED-65A0-0C6A-01034CCDF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8706CE-E739-B708-1C84-38BD10AFC6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5"/>
          <a:stretch>
            <a:fillRect/>
          </a:stretch>
        </p:blipFill>
        <p:spPr>
          <a:xfrm>
            <a:off x="37706" y="7189"/>
            <a:ext cx="2685263" cy="6858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0000B12-EA00-ACED-EE33-BF5FC257D3C0}"/>
              </a:ext>
            </a:extLst>
          </p:cNvPr>
          <p:cNvCxnSpPr/>
          <p:nvPr/>
        </p:nvCxnSpPr>
        <p:spPr>
          <a:xfrm>
            <a:off x="1477992" y="1541253"/>
            <a:ext cx="20933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B04BD67-570C-519E-DB05-942AC18714FF}"/>
              </a:ext>
            </a:extLst>
          </p:cNvPr>
          <p:cNvCxnSpPr/>
          <p:nvPr/>
        </p:nvCxnSpPr>
        <p:spPr>
          <a:xfrm>
            <a:off x="1441856" y="3362197"/>
            <a:ext cx="20933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865A5B9-6D8B-433E-1E8E-3A162595C1C0}"/>
              </a:ext>
            </a:extLst>
          </p:cNvPr>
          <p:cNvCxnSpPr/>
          <p:nvPr/>
        </p:nvCxnSpPr>
        <p:spPr>
          <a:xfrm>
            <a:off x="1676298" y="6003273"/>
            <a:ext cx="20933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6D4D2717-EB2F-BF20-09F6-29F8C9322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642" y="242710"/>
            <a:ext cx="2237596" cy="228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EE2040-8856-6E28-D103-C58EB1D860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067" y="242710"/>
            <a:ext cx="2526631" cy="228600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F5D7BC09-49E1-4BC2-2D01-CD916DE3B743}"/>
              </a:ext>
            </a:extLst>
          </p:cNvPr>
          <p:cNvSpPr/>
          <p:nvPr/>
        </p:nvSpPr>
        <p:spPr>
          <a:xfrm>
            <a:off x="3935691" y="1112363"/>
            <a:ext cx="556181" cy="537328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8688798-DFA7-5F46-DC73-C3CB02CC5076}"/>
              </a:ext>
            </a:extLst>
          </p:cNvPr>
          <p:cNvCxnSpPr>
            <a:cxnSpLocks/>
            <a:stCxn id="13" idx="5"/>
          </p:cNvCxnSpPr>
          <p:nvPr/>
        </p:nvCxnSpPr>
        <p:spPr>
          <a:xfrm>
            <a:off x="4410421" y="1571001"/>
            <a:ext cx="2358024" cy="2248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F55599EE-2A81-D711-7EA5-4A0B5BE9F2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6473" y="2835112"/>
            <a:ext cx="2497817" cy="2286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EF1D48E-2FB4-E1A1-7330-262867BA1C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9217" y="2835112"/>
            <a:ext cx="2198021" cy="2286000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80F1CA34-3F6E-CC60-B9BE-F523A2B5F03F}"/>
              </a:ext>
            </a:extLst>
          </p:cNvPr>
          <p:cNvSpPr/>
          <p:nvPr/>
        </p:nvSpPr>
        <p:spPr>
          <a:xfrm>
            <a:off x="4017142" y="3645848"/>
            <a:ext cx="556181" cy="537328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DFF16D-17A5-9B4F-4BA9-715D11C12B73}"/>
              </a:ext>
            </a:extLst>
          </p:cNvPr>
          <p:cNvCxnSpPr>
            <a:cxnSpLocks/>
            <a:stCxn id="32" idx="5"/>
          </p:cNvCxnSpPr>
          <p:nvPr/>
        </p:nvCxnSpPr>
        <p:spPr>
          <a:xfrm>
            <a:off x="4491872" y="4104486"/>
            <a:ext cx="2358024" cy="2248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7CFA0BC-C5FA-C399-D532-4F3617D41434}"/>
              </a:ext>
            </a:extLst>
          </p:cNvPr>
          <p:cNvSpPr txBox="1"/>
          <p:nvPr/>
        </p:nvSpPr>
        <p:spPr>
          <a:xfrm>
            <a:off x="1699812" y="1611140"/>
            <a:ext cx="1766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eFMU</a:t>
            </a:r>
            <a:r>
              <a:rPr lang="en-US" dirty="0">
                <a:solidFill>
                  <a:srgbClr val="FF0000"/>
                </a:solidFill>
              </a:rPr>
              <a:t>: Grid4HIL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F21515-505D-BE44-3484-F56E198F3116}"/>
              </a:ext>
            </a:extLst>
          </p:cNvPr>
          <p:cNvSpPr txBox="1"/>
          <p:nvPr/>
        </p:nvSpPr>
        <p:spPr>
          <a:xfrm>
            <a:off x="2001971" y="6021154"/>
            <a:ext cx="2489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eFMU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 err="1">
                <a:solidFill>
                  <a:srgbClr val="FF0000"/>
                </a:solidFill>
              </a:rPr>
              <a:t>efmuPSS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6724F9-7625-9E7E-2054-A08364EBE092}"/>
              </a:ext>
            </a:extLst>
          </p:cNvPr>
          <p:cNvSpPr txBox="1"/>
          <p:nvPr/>
        </p:nvSpPr>
        <p:spPr>
          <a:xfrm>
            <a:off x="1840484" y="3461182"/>
            <a:ext cx="1764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eFMU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 err="1">
                <a:solidFill>
                  <a:srgbClr val="FF0000"/>
                </a:solidFill>
              </a:rPr>
              <a:t>CHILTest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02767B1-E470-39F5-457E-89384A9FFE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6392" y="5598665"/>
            <a:ext cx="4754324" cy="75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314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9DFC8-BA19-4E4F-7993-DE150D22C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6B3779-2255-1F7E-3A87-2C3EC1EDB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608" y="2111516"/>
            <a:ext cx="5905654" cy="24275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8C0D6E-28BE-3D2D-E5D8-128CC440FC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85"/>
          <a:stretch>
            <a:fillRect/>
          </a:stretch>
        </p:blipFill>
        <p:spPr>
          <a:xfrm>
            <a:off x="37706" y="7189"/>
            <a:ext cx="2685263" cy="6858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5086FF6-53DA-DA0D-3515-8D7FA146EA90}"/>
              </a:ext>
            </a:extLst>
          </p:cNvPr>
          <p:cNvCxnSpPr>
            <a:cxnSpLocks/>
          </p:cNvCxnSpPr>
          <p:nvPr/>
        </p:nvCxnSpPr>
        <p:spPr>
          <a:xfrm>
            <a:off x="1477992" y="1541253"/>
            <a:ext cx="3395666" cy="21681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B832303-9846-ABE4-414B-EBBC66723D0E}"/>
              </a:ext>
            </a:extLst>
          </p:cNvPr>
          <p:cNvCxnSpPr>
            <a:cxnSpLocks/>
          </p:cNvCxnSpPr>
          <p:nvPr/>
        </p:nvCxnSpPr>
        <p:spPr>
          <a:xfrm>
            <a:off x="1441856" y="3362197"/>
            <a:ext cx="3370528" cy="6253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7D7625B-AB4C-814F-9B54-B0D9F94F5B9C}"/>
              </a:ext>
            </a:extLst>
          </p:cNvPr>
          <p:cNvCxnSpPr>
            <a:cxnSpLocks/>
          </p:cNvCxnSpPr>
          <p:nvPr/>
        </p:nvCxnSpPr>
        <p:spPr>
          <a:xfrm flipV="1">
            <a:off x="1676298" y="4312763"/>
            <a:ext cx="3136086" cy="16905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FFE2399-4665-08B1-CA68-38C342479D21}"/>
              </a:ext>
            </a:extLst>
          </p:cNvPr>
          <p:cNvSpPr txBox="1"/>
          <p:nvPr/>
        </p:nvSpPr>
        <p:spPr>
          <a:xfrm>
            <a:off x="2000846" y="1582860"/>
            <a:ext cx="1766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eFMU</a:t>
            </a:r>
            <a:r>
              <a:rPr lang="en-US" dirty="0">
                <a:solidFill>
                  <a:srgbClr val="FF0000"/>
                </a:solidFill>
              </a:rPr>
              <a:t>: Grid4HIL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6FBAEA-52AC-7D39-9ACC-63D212AD9B26}"/>
              </a:ext>
            </a:extLst>
          </p:cNvPr>
          <p:cNvSpPr txBox="1"/>
          <p:nvPr/>
        </p:nvSpPr>
        <p:spPr>
          <a:xfrm>
            <a:off x="1676298" y="6143703"/>
            <a:ext cx="2489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eFMU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 err="1">
                <a:solidFill>
                  <a:srgbClr val="FF0000"/>
                </a:solidFill>
              </a:rPr>
              <a:t>efmuPSS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815F9E-BF1D-24AE-8C89-97D75FFFF452}"/>
              </a:ext>
            </a:extLst>
          </p:cNvPr>
          <p:cNvSpPr txBox="1"/>
          <p:nvPr/>
        </p:nvSpPr>
        <p:spPr>
          <a:xfrm>
            <a:off x="1701672" y="3107316"/>
            <a:ext cx="1764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eFMU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 err="1">
                <a:solidFill>
                  <a:srgbClr val="FF0000"/>
                </a:solidFill>
              </a:rPr>
              <a:t>CHILTest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DAB6EC-44B2-97E5-0886-584C47B9EFFA}"/>
              </a:ext>
            </a:extLst>
          </p:cNvPr>
          <p:cNvSpPr txBox="1"/>
          <p:nvPr/>
        </p:nvSpPr>
        <p:spPr>
          <a:xfrm>
            <a:off x="4938467" y="1541253"/>
            <a:ext cx="6096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https://github.com/ALSETLab/efmi-pss-use-case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92975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9DA78-BFE8-7B32-6491-6AB2C72D3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0604B7-9732-79C9-8ECA-8BE8CAD9FC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5"/>
          <a:stretch>
            <a:fillRect/>
          </a:stretch>
        </p:blipFill>
        <p:spPr>
          <a:xfrm>
            <a:off x="37706" y="7189"/>
            <a:ext cx="2685263" cy="6858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C956E14-0CA3-8F63-472D-E453BAC9E465}"/>
              </a:ext>
            </a:extLst>
          </p:cNvPr>
          <p:cNvCxnSpPr/>
          <p:nvPr/>
        </p:nvCxnSpPr>
        <p:spPr>
          <a:xfrm>
            <a:off x="1477992" y="1541253"/>
            <a:ext cx="20933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7E1108-9642-6EF2-423F-65ECEB17613C}"/>
              </a:ext>
            </a:extLst>
          </p:cNvPr>
          <p:cNvCxnSpPr/>
          <p:nvPr/>
        </p:nvCxnSpPr>
        <p:spPr>
          <a:xfrm>
            <a:off x="1441856" y="3362197"/>
            <a:ext cx="20933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6BF4319-4678-EC02-56BB-A770033E8BF5}"/>
              </a:ext>
            </a:extLst>
          </p:cNvPr>
          <p:cNvCxnSpPr/>
          <p:nvPr/>
        </p:nvCxnSpPr>
        <p:spPr>
          <a:xfrm>
            <a:off x="1676298" y="6003273"/>
            <a:ext cx="20933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FFB7D74-42C0-4C79-22A2-126AACEB0397}"/>
              </a:ext>
            </a:extLst>
          </p:cNvPr>
          <p:cNvSpPr txBox="1"/>
          <p:nvPr/>
        </p:nvSpPr>
        <p:spPr>
          <a:xfrm>
            <a:off x="1699812" y="1611140"/>
            <a:ext cx="1766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eFMU</a:t>
            </a:r>
            <a:r>
              <a:rPr lang="en-US" dirty="0">
                <a:solidFill>
                  <a:srgbClr val="FF0000"/>
                </a:solidFill>
              </a:rPr>
              <a:t>: Grid4HIL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9EFE34E-E8F4-FF1D-32A4-75AF50595251}"/>
              </a:ext>
            </a:extLst>
          </p:cNvPr>
          <p:cNvSpPr txBox="1"/>
          <p:nvPr/>
        </p:nvSpPr>
        <p:spPr>
          <a:xfrm>
            <a:off x="2001971" y="6021154"/>
            <a:ext cx="2489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eFMU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 err="1">
                <a:solidFill>
                  <a:srgbClr val="FF0000"/>
                </a:solidFill>
              </a:rPr>
              <a:t>efmuPSS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BD9EC7-1A67-371E-1E78-B14BD5854BBD}"/>
              </a:ext>
            </a:extLst>
          </p:cNvPr>
          <p:cNvSpPr txBox="1"/>
          <p:nvPr/>
        </p:nvSpPr>
        <p:spPr>
          <a:xfrm>
            <a:off x="1840484" y="3461182"/>
            <a:ext cx="1764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eFMU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 err="1">
                <a:solidFill>
                  <a:srgbClr val="FF0000"/>
                </a:solidFill>
              </a:rPr>
              <a:t>CHILTest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C1C8C9-81EB-F061-EE51-C8E4A09928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1711"/>
          <a:stretch>
            <a:fillRect/>
          </a:stretch>
        </p:blipFill>
        <p:spPr>
          <a:xfrm>
            <a:off x="3689514" y="3140904"/>
            <a:ext cx="7133378" cy="74293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DAA8822-938D-F2C4-06AB-A37589A19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513" y="1190179"/>
            <a:ext cx="7254133" cy="67614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041A706-EA57-3F71-8218-6375FD4A56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7137" y="5631937"/>
            <a:ext cx="6933645" cy="5708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48074DC-6F35-6588-E581-4D2F7A0506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6628" y="3268152"/>
            <a:ext cx="4157666" cy="161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891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98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Vanfretti, Luigi</dc:creator>
  <cp:lastModifiedBy>Vanfretti, Luigi</cp:lastModifiedBy>
  <cp:revision>11</cp:revision>
  <dcterms:created xsi:type="dcterms:W3CDTF">2025-11-17T13:21:17Z</dcterms:created>
  <dcterms:modified xsi:type="dcterms:W3CDTF">2025-11-24T14:47:49Z</dcterms:modified>
</cp:coreProperties>
</file>