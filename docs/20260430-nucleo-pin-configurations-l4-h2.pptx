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8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02B93"/>
    <a:srgbClr val="E8E8E8"/>
    <a:srgbClr val="CE6D30"/>
    <a:srgbClr val="275E9F"/>
    <a:srgbClr val="217D52"/>
    <a:srgbClr val="008C48"/>
    <a:srgbClr val="3E7F83"/>
    <a:srgbClr val="D5B65D"/>
    <a:srgbClr val="50585B"/>
    <a:srgbClr val="1C6C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85" d="100"/>
          <a:sy n="185" d="100"/>
        </p:scale>
        <p:origin x="53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539491-0F25-4D6B-BCFC-C1CECD0BE112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1AFC2B-A538-4715-B7D1-5AE819649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336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1AFC2B-A538-4715-B7D1-5AE819649A5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4351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A4AD0-F9B4-FA32-A580-FA9859EAB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E9A5CF-6FA5-9AC3-61A1-81B0AFEAC4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53C566-A0F1-20DB-CB86-A284671306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BE8732-3A9B-06E8-EF3D-F8C0FC1C13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1AFC2B-A538-4715-B7D1-5AE819649A5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306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01D11-0071-9743-0D7A-86137054FF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237977-DB86-EB0A-D62B-C42B6C7F70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F62F0-40C1-1379-80BC-268998C0E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7C60-164F-4645-BD88-C03E7D28266F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96A87-F485-CBA6-CC02-FAA4899E1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EF6BC-E8C7-DC38-EE27-CE3DD6AF3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251E-627A-425E-9E90-64F0E0B7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54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9B126-85F3-489B-ABDD-7A2DCE3EC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15349-8A40-657A-6EDC-FCBA5CBA3F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38E31-1C0E-F54E-13AE-158836ACB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7C60-164F-4645-BD88-C03E7D28266F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897FC-D894-E883-F0E1-357EA465F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818DF-0FFA-ABBE-E50C-43D606EB1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251E-627A-425E-9E90-64F0E0B7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551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B24B1-4D9B-0B78-661E-31E0FBE6F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E4BBE4-6830-5395-AAAB-55C49C410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1E91C-9A0D-1E32-5617-96FFE7332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7C60-164F-4645-BD88-C03E7D28266F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ADFF7-198E-9A2C-DA42-BAA39CC54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D1868-BCA0-B884-F595-CA5CF5615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251E-627A-425E-9E90-64F0E0B7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183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FFCDB-3C27-6690-FF80-BA4E8A33E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218F4-0CC4-56C2-8CA7-AB2F46CAAD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E195D9-995A-A29D-A06C-B6A826C528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95D1B9-24BF-5EAF-5D96-BB006EB2A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7C60-164F-4645-BD88-C03E7D28266F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C06E8A-2CAF-B249-6D4E-B2D7815A2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828FB8-3CE7-6DCC-DEE6-FD6FB74CB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251E-627A-425E-9E90-64F0E0B7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914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9A413-4DCB-95E2-71E3-8D9133459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A47358-F03F-7F1F-A980-302952F6FC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8181F4-C167-029E-8311-4D2B5BAD8E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A678EE-9A4B-662E-0FC5-725842C5B0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156996-1C2A-8FCA-9C25-C8925054F1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32B213-26E4-DDA4-5456-96512F2C1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7C60-164F-4645-BD88-C03E7D28266F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FA6204-CC4C-C45B-5634-BC9BB6104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BEA0BD-91AE-2E98-CB99-BCB1D769F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251E-627A-425E-9E90-64F0E0B7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903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58D9B-9438-213C-3AA5-DBCAA8830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21D7A6-9DCD-8A48-01D8-7AE167FC6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7C60-164F-4645-BD88-C03E7D28266F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1213C7-4F41-D65D-47E1-66C3ECE11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266C74-EB97-6789-3B63-0B2C34E91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251E-627A-425E-9E90-64F0E0B7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256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8A1EBA-58DA-9988-CB28-E0FF90644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7C60-164F-4645-BD88-C03E7D28266F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781928-1E08-856B-2E47-7A606B078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C0DDA-48D3-ED55-FC4C-21AA3EFC2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251E-627A-425E-9E90-64F0E0B7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962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CACD3-93B0-1B29-8D77-ED3885252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B2CEB-E4CB-ED43-C270-D7C630E78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3B8560-1B47-1DF8-E541-809A8D186F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FE4579-2864-F9C4-7BFA-F5FC1F1D7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7C60-164F-4645-BD88-C03E7D28266F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C44C32-E2E6-13FE-8F3C-DAE40E3DE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EC27C0-442E-7CB6-7482-7D8D4375A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251E-627A-425E-9E90-64F0E0B7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302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1C627-682B-CA24-66F3-CC0AAEFB2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833F68-B49A-A48D-D82F-F263A31DEC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5A8E53-DBCC-0032-80FF-36867DFCBF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63DDE4-A9A0-0E9A-F404-694607B21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7C60-164F-4645-BD88-C03E7D28266F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0ED76E-EDC2-A1F0-D10E-E899AF99E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EBA376-55B0-9EE4-B823-2E4DC09D9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251E-627A-425E-9E90-64F0E0B7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534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F3A5A-5C0A-6393-7D1E-8EFF74E8E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7D7C80-14D4-AE2D-C2B9-AD863081A1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F8C47-375F-5AE9-16C8-12316418F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7C60-164F-4645-BD88-C03E7D28266F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110C4-440E-EEC9-EBB8-879A86C5B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8AB23-2265-62B5-506E-DF64E2225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251E-627A-425E-9E90-64F0E0B7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251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908C76-D67F-99FF-63C2-3DE79D0A12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6E7E4F-DA5D-1A35-FD50-C5A54211B9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F648D-27EE-DADF-66E0-F3020CB96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7C60-164F-4645-BD88-C03E7D28266F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0B350-1928-CDCF-001F-D1658A8C7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451A6-BD65-3F19-A3E6-DAB6DBA71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251E-627A-425E-9E90-64F0E0B7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837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75AD3F-0170-BF0B-4F89-C455B2D53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5D9A48-EE3B-CA63-AD4A-B796B566D2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DCE06-CD87-0D65-907C-D55B696B53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B67C60-164F-4645-BD88-C03E7D28266F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87528-4C82-0BA5-FE89-52345651CE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0768B-E13C-E37E-3778-5C1D9F46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F6251E-627A-425E-9E90-64F0E0B7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870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311E7-AC96-410F-1A1D-60B1BE08A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3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B9EFE9-61B7-1D17-8682-1C067EE798C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4117" y="232799"/>
            <a:ext cx="8568996" cy="634498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0C00779-64D0-72DE-1033-26FD96F4C077}"/>
              </a:ext>
            </a:extLst>
          </p:cNvPr>
          <p:cNvSpPr/>
          <p:nvPr/>
        </p:nvSpPr>
        <p:spPr>
          <a:xfrm>
            <a:off x="5053264" y="2606844"/>
            <a:ext cx="689194" cy="19250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GND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FB1C22-DD30-4F60-8EAE-A0D28B512BCC}"/>
              </a:ext>
            </a:extLst>
          </p:cNvPr>
          <p:cNvSpPr/>
          <p:nvPr/>
        </p:nvSpPr>
        <p:spPr>
          <a:xfrm>
            <a:off x="9311824" y="3566285"/>
            <a:ext cx="689194" cy="19250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GND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FE99DD-C653-D6A1-FE8A-18F38944E631}"/>
              </a:ext>
            </a:extLst>
          </p:cNvPr>
          <p:cNvSpPr/>
          <p:nvPr/>
        </p:nvSpPr>
        <p:spPr>
          <a:xfrm>
            <a:off x="11114691" y="3082671"/>
            <a:ext cx="930895" cy="421458"/>
          </a:xfrm>
          <a:prstGeom prst="rect">
            <a:avLst/>
          </a:prstGeom>
          <a:solidFill>
            <a:srgbClr val="D5B65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D13: w (out)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AAD1EE-7D15-9F32-36AF-D3A1762828B8}"/>
              </a:ext>
            </a:extLst>
          </p:cNvPr>
          <p:cNvSpPr/>
          <p:nvPr/>
        </p:nvSpPr>
        <p:spPr>
          <a:xfrm>
            <a:off x="8044583" y="1632640"/>
            <a:ext cx="487434" cy="208548"/>
          </a:xfrm>
          <a:prstGeom prst="rect">
            <a:avLst/>
          </a:prstGeom>
          <a:solidFill>
            <a:srgbClr val="D5B65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4935D3-E547-8F93-D88D-F5E207FA70B0}"/>
              </a:ext>
            </a:extLst>
          </p:cNvPr>
          <p:cNvSpPr/>
          <p:nvPr/>
        </p:nvSpPr>
        <p:spPr>
          <a:xfrm>
            <a:off x="7118991" y="1627817"/>
            <a:ext cx="487434" cy="208548"/>
          </a:xfrm>
          <a:prstGeom prst="rect">
            <a:avLst/>
          </a:prstGeom>
          <a:solidFill>
            <a:srgbClr val="3E7F8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078C77-0145-A64F-B877-13C23446B2DE}"/>
              </a:ext>
            </a:extLst>
          </p:cNvPr>
          <p:cNvSpPr/>
          <p:nvPr/>
        </p:nvSpPr>
        <p:spPr>
          <a:xfrm>
            <a:off x="8891752" y="3847902"/>
            <a:ext cx="937121" cy="243930"/>
          </a:xfrm>
          <a:prstGeom prst="rect">
            <a:avLst/>
          </a:prstGeom>
          <a:solidFill>
            <a:srgbClr val="3E7F8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A0: vf (in)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9178F4-42C2-0C67-9DD4-BE0A5D777487}"/>
              </a:ext>
            </a:extLst>
          </p:cNvPr>
          <p:cNvSpPr/>
          <p:nvPr/>
        </p:nvSpPr>
        <p:spPr>
          <a:xfrm>
            <a:off x="6931572" y="831671"/>
            <a:ext cx="2564525" cy="303410"/>
          </a:xfrm>
          <a:prstGeom prst="rect">
            <a:avLst/>
          </a:prstGeom>
          <a:solidFill>
            <a:schemeClr val="tx1"/>
          </a:solidFill>
          <a:ln>
            <a:solidFill>
              <a:srgbClr val="5058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Analog Discovery Board 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76970F-876D-BD44-683D-BA75D2FD577F}"/>
              </a:ext>
            </a:extLst>
          </p:cNvPr>
          <p:cNvSpPr/>
          <p:nvPr/>
        </p:nvSpPr>
        <p:spPr>
          <a:xfrm>
            <a:off x="4035536" y="2179246"/>
            <a:ext cx="1906542" cy="243930"/>
          </a:xfrm>
          <a:prstGeom prst="rect">
            <a:avLst/>
          </a:prstGeom>
          <a:solidFill>
            <a:schemeClr val="bg1"/>
          </a:solidFill>
          <a:ln>
            <a:solidFill>
              <a:srgbClr val="008C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8C48"/>
                </a:solidFill>
              </a:rPr>
              <a:t>NUCLEO-L476RG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E39855F-F304-BBD1-569C-DE40D916A8E4}"/>
              </a:ext>
            </a:extLst>
          </p:cNvPr>
          <p:cNvSpPr/>
          <p:nvPr/>
        </p:nvSpPr>
        <p:spPr>
          <a:xfrm>
            <a:off x="4018993" y="4764339"/>
            <a:ext cx="1034271" cy="243930"/>
          </a:xfrm>
          <a:prstGeom prst="rect">
            <a:avLst/>
          </a:prstGeom>
          <a:solidFill>
            <a:srgbClr val="3E7F8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A2: vf (out)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66EFBA0-8DA4-1FE6-6C90-30F5FB06FADE}"/>
              </a:ext>
            </a:extLst>
          </p:cNvPr>
          <p:cNvSpPr/>
          <p:nvPr/>
        </p:nvSpPr>
        <p:spPr>
          <a:xfrm>
            <a:off x="4147481" y="5059847"/>
            <a:ext cx="905783" cy="243930"/>
          </a:xfrm>
          <a:prstGeom prst="rect">
            <a:avLst/>
          </a:prstGeom>
          <a:solidFill>
            <a:srgbClr val="D5B65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A5: w (in)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8D9446-CCB2-74B1-E313-4D6918E1FB76}"/>
              </a:ext>
            </a:extLst>
          </p:cNvPr>
          <p:cNvSpPr/>
          <p:nvPr/>
        </p:nvSpPr>
        <p:spPr>
          <a:xfrm>
            <a:off x="10883148" y="4012269"/>
            <a:ext cx="1162438" cy="243930"/>
          </a:xfrm>
          <a:prstGeom prst="rect">
            <a:avLst/>
          </a:prstGeom>
          <a:solidFill>
            <a:srgbClr val="BA59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D3: stepSize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17404B3-9E82-5A04-6506-1212DB58BB23}"/>
              </a:ext>
            </a:extLst>
          </p:cNvPr>
          <p:cNvSpPr/>
          <p:nvPr/>
        </p:nvSpPr>
        <p:spPr>
          <a:xfrm>
            <a:off x="10814200" y="4764339"/>
            <a:ext cx="1231386" cy="24393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D2: calcTime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95749F-FB21-B059-70DE-1110492C70EB}"/>
              </a:ext>
            </a:extLst>
          </p:cNvPr>
          <p:cNvSpPr/>
          <p:nvPr/>
        </p:nvSpPr>
        <p:spPr>
          <a:xfrm>
            <a:off x="7825504" y="2695075"/>
            <a:ext cx="487434" cy="208548"/>
          </a:xfrm>
          <a:prstGeom prst="rect">
            <a:avLst/>
          </a:prstGeom>
          <a:solidFill>
            <a:srgbClr val="275E9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W1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0D2976B-5C7E-6A3A-E528-71F7B0C1E4A1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7850142" y="1841188"/>
            <a:ext cx="438158" cy="229556"/>
          </a:xfrm>
          <a:prstGeom prst="straightConnector1">
            <a:avLst/>
          </a:prstGeom>
          <a:ln w="38100">
            <a:solidFill>
              <a:srgbClr val="D5B65D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D6138BD2-741D-032C-3015-25757D05BA78}"/>
              </a:ext>
            </a:extLst>
          </p:cNvPr>
          <p:cNvSpPr/>
          <p:nvPr/>
        </p:nvSpPr>
        <p:spPr>
          <a:xfrm>
            <a:off x="5053264" y="3593339"/>
            <a:ext cx="417896" cy="192505"/>
          </a:xfrm>
          <a:prstGeom prst="rect">
            <a:avLst/>
          </a:prstGeom>
          <a:solidFill>
            <a:srgbClr val="1964A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10F20A8-D44B-DF69-6998-29815C66B186}"/>
              </a:ext>
            </a:extLst>
          </p:cNvPr>
          <p:cNvSpPr/>
          <p:nvPr/>
        </p:nvSpPr>
        <p:spPr>
          <a:xfrm>
            <a:off x="6302946" y="3605607"/>
            <a:ext cx="417896" cy="19250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2BB95A3-C209-C464-723A-468D8E5EC316}"/>
              </a:ext>
            </a:extLst>
          </p:cNvPr>
          <p:cNvSpPr/>
          <p:nvPr/>
        </p:nvSpPr>
        <p:spPr>
          <a:xfrm>
            <a:off x="9410978" y="5967428"/>
            <a:ext cx="417896" cy="192505"/>
          </a:xfrm>
          <a:prstGeom prst="rect">
            <a:avLst/>
          </a:prstGeom>
          <a:solidFill>
            <a:srgbClr val="1964A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CD61530-176B-F38D-8657-520C72EC78A7}"/>
              </a:ext>
            </a:extLst>
          </p:cNvPr>
          <p:cNvSpPr/>
          <p:nvPr/>
        </p:nvSpPr>
        <p:spPr>
          <a:xfrm>
            <a:off x="11125200" y="5998704"/>
            <a:ext cx="417896" cy="19250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E69CD82-6C1F-2744-401C-9B6F0C7973B4}"/>
              </a:ext>
            </a:extLst>
          </p:cNvPr>
          <p:cNvSpPr/>
          <p:nvPr/>
        </p:nvSpPr>
        <p:spPr>
          <a:xfrm>
            <a:off x="3957145" y="2095964"/>
            <a:ext cx="3181593" cy="3684726"/>
          </a:xfrm>
          <a:prstGeom prst="rect">
            <a:avLst/>
          </a:prstGeom>
          <a:noFill/>
          <a:ln w="38100">
            <a:solidFill>
              <a:srgbClr val="008C4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F46969E-87DC-C90D-0D31-8044D58D095F}"/>
              </a:ext>
            </a:extLst>
          </p:cNvPr>
          <p:cNvSpPr/>
          <p:nvPr/>
        </p:nvSpPr>
        <p:spPr>
          <a:xfrm>
            <a:off x="8922338" y="2147820"/>
            <a:ext cx="1906542" cy="243930"/>
          </a:xfrm>
          <a:prstGeom prst="rect">
            <a:avLst/>
          </a:prstGeom>
          <a:solidFill>
            <a:schemeClr val="bg1"/>
          </a:solidFill>
          <a:ln>
            <a:solidFill>
              <a:srgbClr val="1C6C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1C6CC8"/>
                </a:solidFill>
              </a:rPr>
              <a:t>Nucleo-H723ZG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D407723-CC25-4743-59A2-ACC3D53E1074}"/>
              </a:ext>
            </a:extLst>
          </p:cNvPr>
          <p:cNvSpPr/>
          <p:nvPr/>
        </p:nvSpPr>
        <p:spPr>
          <a:xfrm>
            <a:off x="8863993" y="2095964"/>
            <a:ext cx="3181593" cy="4396911"/>
          </a:xfrm>
          <a:prstGeom prst="rect">
            <a:avLst/>
          </a:prstGeom>
          <a:noFill/>
          <a:ln w="38100">
            <a:solidFill>
              <a:srgbClr val="1C6CC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FA1C455-B489-63FE-898E-1016AC5DB432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7362708" y="1836365"/>
            <a:ext cx="269058" cy="259599"/>
          </a:xfrm>
          <a:prstGeom prst="straightConnector1">
            <a:avLst/>
          </a:prstGeom>
          <a:ln w="38100">
            <a:solidFill>
              <a:srgbClr val="3E7F83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5EB9696-37AB-3840-893D-A5CDB5539607}"/>
              </a:ext>
            </a:extLst>
          </p:cNvPr>
          <p:cNvCxnSpPr>
            <a:cxnSpLocks/>
          </p:cNvCxnSpPr>
          <p:nvPr/>
        </p:nvCxnSpPr>
        <p:spPr>
          <a:xfrm flipH="1" flipV="1">
            <a:off x="7688745" y="2338747"/>
            <a:ext cx="380476" cy="315115"/>
          </a:xfrm>
          <a:prstGeom prst="straightConnector1">
            <a:avLst/>
          </a:prstGeom>
          <a:ln w="38100">
            <a:solidFill>
              <a:srgbClr val="275E9F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8873EDBF-F6C3-FBCD-859A-E26DBC7368F4}"/>
              </a:ext>
            </a:extLst>
          </p:cNvPr>
          <p:cNvSpPr/>
          <p:nvPr/>
        </p:nvSpPr>
        <p:spPr>
          <a:xfrm>
            <a:off x="3675849" y="5544030"/>
            <a:ext cx="490017" cy="473320"/>
          </a:xfrm>
          <a:prstGeom prst="ellipse">
            <a:avLst/>
          </a:prstGeom>
          <a:solidFill>
            <a:srgbClr val="008C48"/>
          </a:solidFill>
          <a:ln>
            <a:solidFill>
              <a:srgbClr val="217D5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0B279C2-BA83-0291-2A4E-F3480B24CB98}"/>
              </a:ext>
            </a:extLst>
          </p:cNvPr>
          <p:cNvSpPr/>
          <p:nvPr/>
        </p:nvSpPr>
        <p:spPr>
          <a:xfrm>
            <a:off x="11695473" y="1911160"/>
            <a:ext cx="490017" cy="473320"/>
          </a:xfrm>
          <a:prstGeom prst="ellipse">
            <a:avLst/>
          </a:prstGeom>
          <a:solidFill>
            <a:srgbClr val="275E9F"/>
          </a:solidFill>
          <a:ln>
            <a:solidFill>
              <a:srgbClr val="0070C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2CCE686-E971-2185-F5EB-233BFAAD33C4}"/>
              </a:ext>
            </a:extLst>
          </p:cNvPr>
          <p:cNvSpPr/>
          <p:nvPr/>
        </p:nvSpPr>
        <p:spPr>
          <a:xfrm>
            <a:off x="6397551" y="434457"/>
            <a:ext cx="490017" cy="473320"/>
          </a:xfrm>
          <a:prstGeom prst="ellipse">
            <a:avLst/>
          </a:prstGeom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3E6CF2-EF83-5344-6495-930092544660}"/>
              </a:ext>
            </a:extLst>
          </p:cNvPr>
          <p:cNvSpPr/>
          <p:nvPr/>
        </p:nvSpPr>
        <p:spPr>
          <a:xfrm>
            <a:off x="9828874" y="2865223"/>
            <a:ext cx="603600" cy="368120"/>
          </a:xfrm>
          <a:prstGeom prst="rect">
            <a:avLst/>
          </a:prstGeom>
          <a:noFill/>
          <a:ln w="38100"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AFE4DB-ABB8-59FD-6DD0-A9E753971187}"/>
              </a:ext>
            </a:extLst>
          </p:cNvPr>
          <p:cNvSpPr/>
          <p:nvPr/>
        </p:nvSpPr>
        <p:spPr>
          <a:xfrm>
            <a:off x="2077212" y="3101772"/>
            <a:ext cx="1481038" cy="190649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From Christoph add: 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D11 </a:t>
            </a:r>
            <a:r>
              <a:rPr lang="en-US" dirty="0" err="1"/>
              <a:t>stepSize</a:t>
            </a:r>
            <a:endParaRPr lang="en-US" dirty="0"/>
          </a:p>
          <a:p>
            <a:pPr algn="ctr"/>
            <a:r>
              <a:rPr lang="en-US"/>
              <a:t>D1</a:t>
            </a:r>
            <a:r>
              <a:rPr lang="en-US" dirty="0"/>
              <a:t>2</a:t>
            </a:r>
            <a:r>
              <a:rPr lang="en-US"/>
              <a:t> </a:t>
            </a:r>
            <a:r>
              <a:rPr lang="en-US" dirty="0" err="1"/>
              <a:t>calcTime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6C16C7-5C21-0C06-1723-BF923814660E}"/>
              </a:ext>
            </a:extLst>
          </p:cNvPr>
          <p:cNvSpPr/>
          <p:nvPr/>
        </p:nvSpPr>
        <p:spPr>
          <a:xfrm>
            <a:off x="2154971" y="5195209"/>
            <a:ext cx="1231385" cy="243930"/>
          </a:xfrm>
          <a:prstGeom prst="rect">
            <a:avLst/>
          </a:prstGeom>
          <a:solidFill>
            <a:srgbClr val="BA59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D11: stepSize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1CC703-2F64-CCD9-ADF8-A484FFFCFB0A}"/>
              </a:ext>
            </a:extLst>
          </p:cNvPr>
          <p:cNvSpPr/>
          <p:nvPr/>
        </p:nvSpPr>
        <p:spPr>
          <a:xfrm>
            <a:off x="2086024" y="5947279"/>
            <a:ext cx="1300332" cy="24393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D12: calcTime</a:t>
            </a:r>
          </a:p>
        </p:txBody>
      </p:sp>
    </p:spTree>
    <p:extLst>
      <p:ext uri="{BB962C8B-B14F-4D97-AF65-F5344CB8AC3E}">
        <p14:creationId xmlns:p14="http://schemas.microsoft.com/office/powerpoint/2010/main" val="1582194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527AC-B81E-647E-C5F8-D54743DE9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AA94E78D-D157-1E6B-B8CD-2AFE3A7DDB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89" r="14488" b="1501"/>
          <a:stretch>
            <a:fillRect/>
          </a:stretch>
        </p:blipFill>
        <p:spPr>
          <a:xfrm>
            <a:off x="3328008" y="0"/>
            <a:ext cx="6689203" cy="675502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7DEB5B-CA05-9F41-B218-47316A8FB40A}"/>
              </a:ext>
            </a:extLst>
          </p:cNvPr>
          <p:cNvSpPr/>
          <p:nvPr/>
        </p:nvSpPr>
        <p:spPr>
          <a:xfrm>
            <a:off x="5473964" y="2439481"/>
            <a:ext cx="562846" cy="19250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GND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102751-FFD4-C7AD-7777-5FDBCE37C6DE}"/>
              </a:ext>
            </a:extLst>
          </p:cNvPr>
          <p:cNvSpPr/>
          <p:nvPr/>
        </p:nvSpPr>
        <p:spPr>
          <a:xfrm>
            <a:off x="7258289" y="2418458"/>
            <a:ext cx="581819" cy="19250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GND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05294D-606E-EAFC-D066-969A78CF986E}"/>
              </a:ext>
            </a:extLst>
          </p:cNvPr>
          <p:cNvSpPr/>
          <p:nvPr/>
        </p:nvSpPr>
        <p:spPr>
          <a:xfrm>
            <a:off x="9144150" y="4103062"/>
            <a:ext cx="774717" cy="374870"/>
          </a:xfrm>
          <a:prstGeom prst="rect">
            <a:avLst/>
          </a:prstGeom>
          <a:solidFill>
            <a:srgbClr val="D5B65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D13: w (out)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4EB4BC-034C-E969-75BE-FF36E4B19ED1}"/>
              </a:ext>
            </a:extLst>
          </p:cNvPr>
          <p:cNvSpPr/>
          <p:nvPr/>
        </p:nvSpPr>
        <p:spPr>
          <a:xfrm>
            <a:off x="6891019" y="1505253"/>
            <a:ext cx="487434" cy="208548"/>
          </a:xfrm>
          <a:prstGeom prst="rect">
            <a:avLst/>
          </a:prstGeom>
          <a:solidFill>
            <a:srgbClr val="D5B65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7BCEBB-124D-C1E6-D92D-53D6A22E4FF5}"/>
              </a:ext>
            </a:extLst>
          </p:cNvPr>
          <p:cNvSpPr/>
          <p:nvPr/>
        </p:nvSpPr>
        <p:spPr>
          <a:xfrm>
            <a:off x="6158026" y="1736914"/>
            <a:ext cx="487434" cy="208548"/>
          </a:xfrm>
          <a:prstGeom prst="rect">
            <a:avLst/>
          </a:prstGeom>
          <a:solidFill>
            <a:srgbClr val="3E7F8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7938C7-53F7-83F5-EDFF-654AD3E760E3}"/>
              </a:ext>
            </a:extLst>
          </p:cNvPr>
          <p:cNvSpPr/>
          <p:nvPr/>
        </p:nvSpPr>
        <p:spPr>
          <a:xfrm rot="19167733">
            <a:off x="8320592" y="3832845"/>
            <a:ext cx="937121" cy="243930"/>
          </a:xfrm>
          <a:prstGeom prst="rect">
            <a:avLst/>
          </a:prstGeom>
          <a:solidFill>
            <a:srgbClr val="3E7F8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A0: vf (in)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5C2433-DA73-1C72-FECD-00CDD56C552C}"/>
              </a:ext>
            </a:extLst>
          </p:cNvPr>
          <p:cNvSpPr/>
          <p:nvPr/>
        </p:nvSpPr>
        <p:spPr>
          <a:xfrm>
            <a:off x="5850239" y="951214"/>
            <a:ext cx="2564525" cy="303410"/>
          </a:xfrm>
          <a:prstGeom prst="rect">
            <a:avLst/>
          </a:prstGeom>
          <a:solidFill>
            <a:schemeClr val="tx1"/>
          </a:solidFill>
          <a:ln>
            <a:solidFill>
              <a:srgbClr val="5058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Analog Discovery Board 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2B56313-4E54-1B13-12E6-88371B4598BB}"/>
              </a:ext>
            </a:extLst>
          </p:cNvPr>
          <p:cNvSpPr/>
          <p:nvPr/>
        </p:nvSpPr>
        <p:spPr>
          <a:xfrm>
            <a:off x="3478901" y="2172331"/>
            <a:ext cx="1906542" cy="243930"/>
          </a:xfrm>
          <a:prstGeom prst="rect">
            <a:avLst/>
          </a:prstGeom>
          <a:solidFill>
            <a:schemeClr val="bg1"/>
          </a:solidFill>
          <a:ln>
            <a:solidFill>
              <a:srgbClr val="008C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8C48"/>
                </a:solidFill>
              </a:rPr>
              <a:t>NUCLEO-L476RG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DD2461-30B8-7E30-9D50-53DA759E86C9}"/>
              </a:ext>
            </a:extLst>
          </p:cNvPr>
          <p:cNvSpPr/>
          <p:nvPr/>
        </p:nvSpPr>
        <p:spPr>
          <a:xfrm>
            <a:off x="4150121" y="4627383"/>
            <a:ext cx="1034271" cy="243930"/>
          </a:xfrm>
          <a:prstGeom prst="rect">
            <a:avLst/>
          </a:prstGeom>
          <a:solidFill>
            <a:srgbClr val="3E7F8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A2: vf (out)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A41503E-865C-D83F-1D16-FCA08387D9D2}"/>
              </a:ext>
            </a:extLst>
          </p:cNvPr>
          <p:cNvSpPr/>
          <p:nvPr/>
        </p:nvSpPr>
        <p:spPr>
          <a:xfrm>
            <a:off x="3957345" y="5291579"/>
            <a:ext cx="905783" cy="243930"/>
          </a:xfrm>
          <a:prstGeom prst="rect">
            <a:avLst/>
          </a:prstGeom>
          <a:solidFill>
            <a:srgbClr val="D5B65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A5: w (in)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EAEAAD-8E82-85A9-217E-BDAC910E6C40}"/>
              </a:ext>
            </a:extLst>
          </p:cNvPr>
          <p:cNvSpPr/>
          <p:nvPr/>
        </p:nvSpPr>
        <p:spPr>
          <a:xfrm>
            <a:off x="8310368" y="4824035"/>
            <a:ext cx="1044593" cy="243930"/>
          </a:xfrm>
          <a:prstGeom prst="rect">
            <a:avLst/>
          </a:prstGeom>
          <a:solidFill>
            <a:srgbClr val="BA59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D3: stepSize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BD2AFA1-8706-7640-F00E-98DBF99B254E}"/>
              </a:ext>
            </a:extLst>
          </p:cNvPr>
          <p:cNvSpPr/>
          <p:nvPr/>
        </p:nvSpPr>
        <p:spPr>
          <a:xfrm>
            <a:off x="8304190" y="5091078"/>
            <a:ext cx="1050771" cy="24393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D2: calcTime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3BA55FE-ADD6-2C8E-8E35-525D0F9730D4}"/>
              </a:ext>
            </a:extLst>
          </p:cNvPr>
          <p:cNvSpPr/>
          <p:nvPr/>
        </p:nvSpPr>
        <p:spPr>
          <a:xfrm>
            <a:off x="6603467" y="3723744"/>
            <a:ext cx="487434" cy="208548"/>
          </a:xfrm>
          <a:prstGeom prst="rect">
            <a:avLst/>
          </a:prstGeom>
          <a:solidFill>
            <a:srgbClr val="275E9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W1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1F9B569-E307-7750-839C-802AC6607E89}"/>
              </a:ext>
            </a:extLst>
          </p:cNvPr>
          <p:cNvCxnSpPr>
            <a:cxnSpLocks/>
          </p:cNvCxnSpPr>
          <p:nvPr/>
        </p:nvCxnSpPr>
        <p:spPr>
          <a:xfrm flipH="1">
            <a:off x="6725223" y="1736914"/>
            <a:ext cx="162345" cy="538252"/>
          </a:xfrm>
          <a:prstGeom prst="straightConnector1">
            <a:avLst/>
          </a:prstGeom>
          <a:ln w="38100">
            <a:solidFill>
              <a:srgbClr val="D5B65D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DAE9AC3D-81F0-6AB6-F638-E52D92DBCFB9}"/>
              </a:ext>
            </a:extLst>
          </p:cNvPr>
          <p:cNvSpPr/>
          <p:nvPr/>
        </p:nvSpPr>
        <p:spPr>
          <a:xfrm>
            <a:off x="3992341" y="3627492"/>
            <a:ext cx="417896" cy="192505"/>
          </a:xfrm>
          <a:prstGeom prst="rect">
            <a:avLst/>
          </a:prstGeom>
          <a:solidFill>
            <a:srgbClr val="1964A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859DB10-09A0-3830-79AA-4A1CC85DC1C7}"/>
              </a:ext>
            </a:extLst>
          </p:cNvPr>
          <p:cNvSpPr/>
          <p:nvPr/>
        </p:nvSpPr>
        <p:spPr>
          <a:xfrm>
            <a:off x="5163181" y="3655397"/>
            <a:ext cx="417896" cy="19250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54B45CE-6FC9-E99D-16C2-295E534C355B}"/>
              </a:ext>
            </a:extLst>
          </p:cNvPr>
          <p:cNvSpPr/>
          <p:nvPr/>
        </p:nvSpPr>
        <p:spPr>
          <a:xfrm>
            <a:off x="7813524" y="6021078"/>
            <a:ext cx="417896" cy="192505"/>
          </a:xfrm>
          <a:prstGeom prst="rect">
            <a:avLst/>
          </a:prstGeom>
          <a:solidFill>
            <a:srgbClr val="1964A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434D4F6-01DC-BFF7-58E3-3E8B6708AD25}"/>
              </a:ext>
            </a:extLst>
          </p:cNvPr>
          <p:cNvSpPr/>
          <p:nvPr/>
        </p:nvSpPr>
        <p:spPr>
          <a:xfrm>
            <a:off x="9402260" y="6021078"/>
            <a:ext cx="417896" cy="19250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A5615E4-9E19-F69D-68B3-FB3A37A70357}"/>
              </a:ext>
            </a:extLst>
          </p:cNvPr>
          <p:cNvSpPr/>
          <p:nvPr/>
        </p:nvSpPr>
        <p:spPr>
          <a:xfrm>
            <a:off x="3423275" y="2095963"/>
            <a:ext cx="2650685" cy="3827041"/>
          </a:xfrm>
          <a:prstGeom prst="rect">
            <a:avLst/>
          </a:prstGeom>
          <a:noFill/>
          <a:ln w="38100">
            <a:solidFill>
              <a:srgbClr val="008C4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57F85CC-E748-56FD-83E5-F57568BC79D8}"/>
              </a:ext>
            </a:extLst>
          </p:cNvPr>
          <p:cNvSpPr/>
          <p:nvPr/>
        </p:nvSpPr>
        <p:spPr>
          <a:xfrm>
            <a:off x="7948945" y="2172331"/>
            <a:ext cx="1906542" cy="243930"/>
          </a:xfrm>
          <a:prstGeom prst="rect">
            <a:avLst/>
          </a:prstGeom>
          <a:solidFill>
            <a:schemeClr val="bg1"/>
          </a:solidFill>
          <a:ln>
            <a:solidFill>
              <a:srgbClr val="1C6C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1C6CC8"/>
                </a:solidFill>
              </a:rPr>
              <a:t>Nucleo-H723ZG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7007AAF-D4CD-B0E9-0881-C9FA65ACA06E}"/>
              </a:ext>
            </a:extLst>
          </p:cNvPr>
          <p:cNvSpPr/>
          <p:nvPr/>
        </p:nvSpPr>
        <p:spPr>
          <a:xfrm>
            <a:off x="7741403" y="2095964"/>
            <a:ext cx="2222922" cy="4659063"/>
          </a:xfrm>
          <a:prstGeom prst="rect">
            <a:avLst/>
          </a:prstGeom>
          <a:noFill/>
          <a:ln w="38100">
            <a:solidFill>
              <a:srgbClr val="1C6CC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B5F8FEC-BD8A-A60D-1E81-67CD94CCF961}"/>
              </a:ext>
            </a:extLst>
          </p:cNvPr>
          <p:cNvCxnSpPr>
            <a:cxnSpLocks/>
          </p:cNvCxnSpPr>
          <p:nvPr/>
        </p:nvCxnSpPr>
        <p:spPr>
          <a:xfrm>
            <a:off x="6397551" y="1952344"/>
            <a:ext cx="91149" cy="356884"/>
          </a:xfrm>
          <a:prstGeom prst="straightConnector1">
            <a:avLst/>
          </a:prstGeom>
          <a:ln w="38100">
            <a:solidFill>
              <a:srgbClr val="3E7F83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A62B9F2-D735-06D8-C4BE-602BE585723D}"/>
              </a:ext>
            </a:extLst>
          </p:cNvPr>
          <p:cNvCxnSpPr>
            <a:cxnSpLocks/>
            <a:stCxn id="22" idx="0"/>
          </p:cNvCxnSpPr>
          <p:nvPr/>
        </p:nvCxnSpPr>
        <p:spPr>
          <a:xfrm flipV="1">
            <a:off x="6847184" y="3555985"/>
            <a:ext cx="215331" cy="167759"/>
          </a:xfrm>
          <a:prstGeom prst="straightConnector1">
            <a:avLst/>
          </a:prstGeom>
          <a:ln w="38100">
            <a:solidFill>
              <a:srgbClr val="275E9F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AD4C6A7D-D1A5-79A4-2AD3-B962185AB6C9}"/>
              </a:ext>
            </a:extLst>
          </p:cNvPr>
          <p:cNvSpPr/>
          <p:nvPr/>
        </p:nvSpPr>
        <p:spPr>
          <a:xfrm>
            <a:off x="3370389" y="5496856"/>
            <a:ext cx="490017" cy="473320"/>
          </a:xfrm>
          <a:prstGeom prst="ellipse">
            <a:avLst/>
          </a:prstGeom>
          <a:solidFill>
            <a:srgbClr val="008C48"/>
          </a:solidFill>
          <a:ln>
            <a:solidFill>
              <a:srgbClr val="217D5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EB51CE4-AB98-E71C-595E-8D5EE1C4CD61}"/>
              </a:ext>
            </a:extLst>
          </p:cNvPr>
          <p:cNvSpPr/>
          <p:nvPr/>
        </p:nvSpPr>
        <p:spPr>
          <a:xfrm>
            <a:off x="9490718" y="1648519"/>
            <a:ext cx="490017" cy="473320"/>
          </a:xfrm>
          <a:prstGeom prst="ellipse">
            <a:avLst/>
          </a:prstGeom>
          <a:solidFill>
            <a:srgbClr val="275E9F"/>
          </a:solidFill>
          <a:ln>
            <a:solidFill>
              <a:srgbClr val="0070C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9FB132B3-2CA8-10BF-105C-750AC59B7B13}"/>
              </a:ext>
            </a:extLst>
          </p:cNvPr>
          <p:cNvSpPr/>
          <p:nvPr/>
        </p:nvSpPr>
        <p:spPr>
          <a:xfrm>
            <a:off x="5850991" y="128465"/>
            <a:ext cx="490017" cy="473320"/>
          </a:xfrm>
          <a:prstGeom prst="ellipse">
            <a:avLst/>
          </a:prstGeom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7F8A36-233E-646F-7C7D-810613E6B31B}"/>
              </a:ext>
            </a:extLst>
          </p:cNvPr>
          <p:cNvSpPr/>
          <p:nvPr/>
        </p:nvSpPr>
        <p:spPr>
          <a:xfrm>
            <a:off x="8653849" y="3136199"/>
            <a:ext cx="444844" cy="367930"/>
          </a:xfrm>
          <a:prstGeom prst="rect">
            <a:avLst/>
          </a:prstGeom>
          <a:noFill/>
          <a:ln w="3810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1F1C37-CB63-3816-05FC-913A96D6759F}"/>
              </a:ext>
            </a:extLst>
          </p:cNvPr>
          <p:cNvSpPr/>
          <p:nvPr/>
        </p:nvSpPr>
        <p:spPr>
          <a:xfrm>
            <a:off x="4704208" y="4931850"/>
            <a:ext cx="1146031" cy="243930"/>
          </a:xfrm>
          <a:prstGeom prst="rect">
            <a:avLst/>
          </a:prstGeom>
          <a:solidFill>
            <a:srgbClr val="BA59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D11: stepSize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1AF879-88D9-B46C-1872-6E75481BF877}"/>
              </a:ext>
            </a:extLst>
          </p:cNvPr>
          <p:cNvSpPr/>
          <p:nvPr/>
        </p:nvSpPr>
        <p:spPr>
          <a:xfrm>
            <a:off x="4081857" y="4173320"/>
            <a:ext cx="1146032" cy="24393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D12: calcTime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B550A54-7533-146C-6BC9-2B909C609354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3962321" y="4749348"/>
            <a:ext cx="187800" cy="246473"/>
          </a:xfrm>
          <a:prstGeom prst="straightConnector1">
            <a:avLst/>
          </a:prstGeom>
          <a:ln w="38100">
            <a:solidFill>
              <a:srgbClr val="3E7F83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DA6E68A-F0C5-BE0B-BEF4-83355E0472E9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8140320" y="4259351"/>
            <a:ext cx="292737" cy="166144"/>
          </a:xfrm>
          <a:prstGeom prst="straightConnector1">
            <a:avLst/>
          </a:prstGeom>
          <a:ln w="38100">
            <a:solidFill>
              <a:srgbClr val="3E7F83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92E4986E-907B-99E2-B0AC-40A934DAB5E2}"/>
              </a:ext>
            </a:extLst>
          </p:cNvPr>
          <p:cNvSpPr/>
          <p:nvPr/>
        </p:nvSpPr>
        <p:spPr>
          <a:xfrm>
            <a:off x="8286688" y="2856993"/>
            <a:ext cx="1162438" cy="243930"/>
          </a:xfrm>
          <a:prstGeom prst="rect">
            <a:avLst/>
          </a:prstGeom>
          <a:solidFill>
            <a:srgbClr val="A02B9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LD1, LD2, LD3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6DE7D78-BA3A-D25B-4FBF-9CF9DAB99234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9531509" y="3819997"/>
            <a:ext cx="131475" cy="283065"/>
          </a:xfrm>
          <a:prstGeom prst="straightConnector1">
            <a:avLst/>
          </a:prstGeom>
          <a:ln w="38100">
            <a:solidFill>
              <a:srgbClr val="D5B65D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0929807-0433-6D1A-32A0-6988B4912A48}"/>
              </a:ext>
            </a:extLst>
          </p:cNvPr>
          <p:cNvCxnSpPr>
            <a:cxnSpLocks/>
          </p:cNvCxnSpPr>
          <p:nvPr/>
        </p:nvCxnSpPr>
        <p:spPr>
          <a:xfrm flipH="1">
            <a:off x="6877623" y="1889314"/>
            <a:ext cx="162345" cy="538252"/>
          </a:xfrm>
          <a:prstGeom prst="straightConnector1">
            <a:avLst/>
          </a:prstGeom>
          <a:ln w="38100">
            <a:solidFill>
              <a:srgbClr val="D5B65D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90675F1-C8DC-ECEC-97A6-BCB99F11D14C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5277224" y="4477932"/>
            <a:ext cx="196740" cy="453918"/>
          </a:xfrm>
          <a:prstGeom prst="straightConnector1">
            <a:avLst/>
          </a:prstGeom>
          <a:ln w="38100">
            <a:solidFill>
              <a:srgbClr val="CE6D3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04545B1-2AD8-EAC6-45F2-B61C3BD51583}"/>
              </a:ext>
            </a:extLst>
          </p:cNvPr>
          <p:cNvCxnSpPr>
            <a:cxnSpLocks/>
          </p:cNvCxnSpPr>
          <p:nvPr/>
        </p:nvCxnSpPr>
        <p:spPr>
          <a:xfrm>
            <a:off x="5227889" y="4281936"/>
            <a:ext cx="208447" cy="19884"/>
          </a:xfrm>
          <a:prstGeom prst="straightConnector1">
            <a:avLst/>
          </a:prstGeom>
          <a:ln w="38100">
            <a:solidFill>
              <a:srgbClr val="E8E8E8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B0F7EB2-2633-BACA-94D8-E572B804E46D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9354961" y="4644069"/>
            <a:ext cx="347055" cy="301931"/>
          </a:xfrm>
          <a:prstGeom prst="straightConnector1">
            <a:avLst/>
          </a:prstGeom>
          <a:ln w="38100">
            <a:solidFill>
              <a:srgbClr val="CE6D3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00C1293-FA04-FFA3-0B8A-801BFDF7BFCF}"/>
              </a:ext>
            </a:extLst>
          </p:cNvPr>
          <p:cNvCxnSpPr>
            <a:cxnSpLocks/>
            <a:stCxn id="21" idx="3"/>
          </p:cNvCxnSpPr>
          <p:nvPr/>
        </p:nvCxnSpPr>
        <p:spPr>
          <a:xfrm flipV="1">
            <a:off x="9354961" y="4787724"/>
            <a:ext cx="380765" cy="425319"/>
          </a:xfrm>
          <a:prstGeom prst="straightConnector1">
            <a:avLst/>
          </a:prstGeom>
          <a:ln w="38100">
            <a:solidFill>
              <a:srgbClr val="E8E8E8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8520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</TotalTime>
  <Words>125</Words>
  <Application>Microsoft Office PowerPoint</Application>
  <PresentationFormat>Widescreen</PresentationFormat>
  <Paragraphs>54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Setup 3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Vanfretti, Luigi</dc:creator>
  <cp:lastModifiedBy>Vanfretti, Luigi</cp:lastModifiedBy>
  <cp:revision>15</cp:revision>
  <dcterms:created xsi:type="dcterms:W3CDTF">2025-12-22T23:45:36Z</dcterms:created>
  <dcterms:modified xsi:type="dcterms:W3CDTF">2026-05-14T03:22:58Z</dcterms:modified>
</cp:coreProperties>
</file>