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75E9F"/>
    <a:srgbClr val="217D52"/>
    <a:srgbClr val="008C48"/>
    <a:srgbClr val="3E7F83"/>
    <a:srgbClr val="D5B65D"/>
    <a:srgbClr val="50585B"/>
    <a:srgbClr val="1C6CC8"/>
    <a:srgbClr val="1A66AA"/>
    <a:srgbClr val="1964AB"/>
    <a:srgbClr val="BA59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1" d="100"/>
          <a:sy n="91" d="100"/>
        </p:scale>
        <p:origin x="1140" y="4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D01D11-0071-9743-0D7A-86137054FF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237977-DB86-EB0A-D62B-C42B6C7F70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4F62F0-40C1-1379-80BC-268998C0E6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B67C60-164F-4645-BD88-C03E7D28266F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96A87-F485-CBA6-CC02-FAA4899E17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CEF6BC-E8C7-DC38-EE27-CE3DD6AF30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6251E-627A-425E-9E90-64F0E0B70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3540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59B126-85F3-489B-ABDD-7A2DCE3ECE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815349-8A40-657A-6EDC-FCBA5CBA3F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538E31-1C0E-F54E-13AE-158836ACB4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B67C60-164F-4645-BD88-C03E7D28266F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C897FC-D894-E883-F0E1-357EA465F3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B818DF-0FFA-ABBE-E50C-43D606EB1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6251E-627A-425E-9E90-64F0E0B70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95514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AB24B1-4D9B-0B78-661E-31E0FBE6F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E4BBE4-6830-5395-AAAB-55C49C4108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61E91C-9A0D-1E32-5617-96FFE73325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B67C60-164F-4645-BD88-C03E7D28266F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6ADFF7-198E-9A2C-DA42-BAA39CC54F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BD1868-BCA0-B884-F595-CA5CF5615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6251E-627A-425E-9E90-64F0E0B70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11837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FFCDB-3C27-6690-FF80-BA4E8A33E6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F218F4-0CC4-56C2-8CA7-AB2F46CAAD0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E195D9-995A-A29D-A06C-B6A826C528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95D1B9-24BF-5EAF-5D96-BB006EB2A0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B67C60-164F-4645-BD88-C03E7D28266F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C06E8A-2CAF-B249-6D4E-B2D7815A2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828FB8-3CE7-6DCC-DEE6-FD6FB74CB1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6251E-627A-425E-9E90-64F0E0B70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9141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9A413-4DCB-95E2-71E3-8D91334596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A47358-F03F-7F1F-A980-302952F6FC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8181F4-C167-029E-8311-4D2B5BAD8E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A678EE-9A4B-662E-0FC5-725842C5B01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3156996-1C2A-8FCA-9C25-C8925054F14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332B213-26E4-DDA4-5456-96512F2C1B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B67C60-164F-4645-BD88-C03E7D28266F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FFA6204-CC4C-C45B-5634-BC9BB61041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BBEA0BD-91AE-2E98-CB99-BCB1D769FA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6251E-627A-425E-9E90-64F0E0B70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79037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C58D9B-9438-213C-3AA5-DBCAA8830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21D7A6-9DCD-8A48-01D8-7AE167FC61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B67C60-164F-4645-BD88-C03E7D28266F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1213C7-4F41-D65D-47E1-66C3ECE11F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1266C74-EB97-6789-3B63-0B2C34E918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6251E-627A-425E-9E90-64F0E0B70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52566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88A1EBA-58DA-9988-CB28-E0FF906448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B67C60-164F-4645-BD88-C03E7D28266F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F781928-1E08-856B-2E47-7A606B0786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DC0DDA-48D3-ED55-FC4C-21AA3EFC24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6251E-627A-425E-9E90-64F0E0B70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9620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1CACD3-93B0-1B29-8D77-ED3885252F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FB2CEB-E4CB-ED43-C270-D7C630E78E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3B8560-1B47-1DF8-E541-809A8D186F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FE4579-2864-F9C4-7BFA-F5FC1F1D7E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B67C60-164F-4645-BD88-C03E7D28266F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C44C32-E2E6-13FE-8F3C-DAE40E3DE2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EC27C0-442E-7CB6-7482-7D8D4375A6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6251E-627A-425E-9E90-64F0E0B70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8302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F1C627-682B-CA24-66F3-CC0AAEFB26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D833F68-B49A-A48D-D82F-F263A31DEC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5A8E53-DBCC-0032-80FF-36867DFCBF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63DDE4-A9A0-0E9A-F404-694607B213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B67C60-164F-4645-BD88-C03E7D28266F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0ED76E-EDC2-A1F0-D10E-E899AF99E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EBA376-55B0-9EE4-B823-2E4DC09D9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6251E-627A-425E-9E90-64F0E0B70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534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CF3A5A-5C0A-6393-7D1E-8EFF74E8EB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7D7C80-14D4-AE2D-C2B9-AD863081A1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7F8C47-375F-5AE9-16C8-12316418F0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B67C60-164F-4645-BD88-C03E7D28266F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B110C4-440E-EEC9-EBB8-879A86C5BC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D8AB23-2265-62B5-506E-DF64E2225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6251E-627A-425E-9E90-64F0E0B70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42513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908C76-D67F-99FF-63C2-3DE79D0A12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6E7E4F-DA5D-1A35-FD50-C5A54211B9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7F648D-27EE-DADF-66E0-F3020CB96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B67C60-164F-4645-BD88-C03E7D28266F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E0B350-1928-CDCF-001F-D1658A8C70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8451A6-BD65-3F19-A3E6-DAB6DBA71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6251E-627A-425E-9E90-64F0E0B70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98373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F75AD3F-0170-BF0B-4F89-C455B2D535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5D9A48-EE3B-CA63-AD4A-B796B566D2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ADCE06-CD87-0D65-907C-D55B696B53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B67C60-164F-4645-BD88-C03E7D28266F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087528-4C82-0BA5-FE89-52345651CE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90768B-E13C-E37E-3778-5C1D9F467A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F6251E-627A-425E-9E90-64F0E0B70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58701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A311E7-AC96-410F-1A1D-60B1BE08A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 3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7B9EFE9-61B7-1D17-8682-1C067EE798C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4117" y="232799"/>
            <a:ext cx="8568996" cy="6344982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D0C00779-64D0-72DE-1033-26FD96F4C077}"/>
              </a:ext>
            </a:extLst>
          </p:cNvPr>
          <p:cNvSpPr/>
          <p:nvPr/>
        </p:nvSpPr>
        <p:spPr>
          <a:xfrm>
            <a:off x="5053264" y="2606844"/>
            <a:ext cx="689194" cy="192505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GND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FB1C22-DD30-4F60-8EAE-A0D28B512BCC}"/>
              </a:ext>
            </a:extLst>
          </p:cNvPr>
          <p:cNvSpPr/>
          <p:nvPr/>
        </p:nvSpPr>
        <p:spPr>
          <a:xfrm>
            <a:off x="9311824" y="3566285"/>
            <a:ext cx="689194" cy="192505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GND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2FE99DD-C653-D6A1-FE8A-18F38944E631}"/>
              </a:ext>
            </a:extLst>
          </p:cNvPr>
          <p:cNvSpPr/>
          <p:nvPr/>
        </p:nvSpPr>
        <p:spPr>
          <a:xfrm>
            <a:off x="11114691" y="3082671"/>
            <a:ext cx="930895" cy="421458"/>
          </a:xfrm>
          <a:prstGeom prst="rect">
            <a:avLst/>
          </a:prstGeom>
          <a:solidFill>
            <a:srgbClr val="D5B65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D13: w (out)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0AAD1EE-7D15-9F32-36AF-D3A1762828B8}"/>
              </a:ext>
            </a:extLst>
          </p:cNvPr>
          <p:cNvSpPr/>
          <p:nvPr/>
        </p:nvSpPr>
        <p:spPr>
          <a:xfrm>
            <a:off x="8044583" y="1632640"/>
            <a:ext cx="487434" cy="208548"/>
          </a:xfrm>
          <a:prstGeom prst="rect">
            <a:avLst/>
          </a:prstGeom>
          <a:solidFill>
            <a:srgbClr val="D5B65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4935D3-E547-8F93-D88D-F5E207FA70B0}"/>
              </a:ext>
            </a:extLst>
          </p:cNvPr>
          <p:cNvSpPr/>
          <p:nvPr/>
        </p:nvSpPr>
        <p:spPr>
          <a:xfrm>
            <a:off x="7118991" y="1627817"/>
            <a:ext cx="487434" cy="208548"/>
          </a:xfrm>
          <a:prstGeom prst="rect">
            <a:avLst/>
          </a:prstGeom>
          <a:solidFill>
            <a:srgbClr val="3E7F8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D078C77-0145-A64F-B877-13C23446B2DE}"/>
              </a:ext>
            </a:extLst>
          </p:cNvPr>
          <p:cNvSpPr/>
          <p:nvPr/>
        </p:nvSpPr>
        <p:spPr>
          <a:xfrm>
            <a:off x="8891752" y="3847902"/>
            <a:ext cx="937121" cy="243930"/>
          </a:xfrm>
          <a:prstGeom prst="rect">
            <a:avLst/>
          </a:prstGeom>
          <a:solidFill>
            <a:srgbClr val="3E7F8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A0: vf (in)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89178F4-42C2-0C67-9DD4-BE0A5D777487}"/>
              </a:ext>
            </a:extLst>
          </p:cNvPr>
          <p:cNvSpPr/>
          <p:nvPr/>
        </p:nvSpPr>
        <p:spPr>
          <a:xfrm>
            <a:off x="6931572" y="831671"/>
            <a:ext cx="2564525" cy="303410"/>
          </a:xfrm>
          <a:prstGeom prst="rect">
            <a:avLst/>
          </a:prstGeom>
          <a:solidFill>
            <a:schemeClr val="tx1"/>
          </a:solidFill>
          <a:ln>
            <a:solidFill>
              <a:srgbClr val="50585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Analog Discovery Board 3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876970F-876D-BD44-683D-BA75D2FD577F}"/>
              </a:ext>
            </a:extLst>
          </p:cNvPr>
          <p:cNvSpPr/>
          <p:nvPr/>
        </p:nvSpPr>
        <p:spPr>
          <a:xfrm>
            <a:off x="4035536" y="2179246"/>
            <a:ext cx="1906542" cy="243930"/>
          </a:xfrm>
          <a:prstGeom prst="rect">
            <a:avLst/>
          </a:prstGeom>
          <a:solidFill>
            <a:schemeClr val="bg1"/>
          </a:solidFill>
          <a:ln>
            <a:solidFill>
              <a:srgbClr val="008C4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008C48"/>
                </a:solidFill>
              </a:rPr>
              <a:t>NUCLEO-L476RG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E39855F-F304-BBD1-569C-DE40D916A8E4}"/>
              </a:ext>
            </a:extLst>
          </p:cNvPr>
          <p:cNvSpPr/>
          <p:nvPr/>
        </p:nvSpPr>
        <p:spPr>
          <a:xfrm>
            <a:off x="4018993" y="4764339"/>
            <a:ext cx="1034271" cy="243930"/>
          </a:xfrm>
          <a:prstGeom prst="rect">
            <a:avLst/>
          </a:prstGeom>
          <a:solidFill>
            <a:srgbClr val="3E7F8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/>
              <a:t>A2: vf (out)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66EFBA0-8DA4-1FE6-6C90-30F5FB06FADE}"/>
              </a:ext>
            </a:extLst>
          </p:cNvPr>
          <p:cNvSpPr/>
          <p:nvPr/>
        </p:nvSpPr>
        <p:spPr>
          <a:xfrm>
            <a:off x="4147481" y="5059847"/>
            <a:ext cx="905783" cy="243930"/>
          </a:xfrm>
          <a:prstGeom prst="rect">
            <a:avLst/>
          </a:prstGeom>
          <a:solidFill>
            <a:srgbClr val="D5B65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/>
              <a:t>A5: w (in)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F8D9446-CCB2-74B1-E313-4D6918E1FB76}"/>
              </a:ext>
            </a:extLst>
          </p:cNvPr>
          <p:cNvSpPr/>
          <p:nvPr/>
        </p:nvSpPr>
        <p:spPr>
          <a:xfrm>
            <a:off x="10883148" y="4012269"/>
            <a:ext cx="1162438" cy="243930"/>
          </a:xfrm>
          <a:prstGeom prst="rect">
            <a:avLst/>
          </a:prstGeom>
          <a:solidFill>
            <a:srgbClr val="BA592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/>
              <a:t>D3: stepSize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17404B3-9E82-5A04-6506-1212DB58BB23}"/>
              </a:ext>
            </a:extLst>
          </p:cNvPr>
          <p:cNvSpPr/>
          <p:nvPr/>
        </p:nvSpPr>
        <p:spPr>
          <a:xfrm>
            <a:off x="10814200" y="4764339"/>
            <a:ext cx="1231386" cy="24393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D2: calcTime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895749F-FB21-B059-70DE-1110492C70EB}"/>
              </a:ext>
            </a:extLst>
          </p:cNvPr>
          <p:cNvSpPr/>
          <p:nvPr/>
        </p:nvSpPr>
        <p:spPr>
          <a:xfrm>
            <a:off x="7825504" y="2695075"/>
            <a:ext cx="487434" cy="208548"/>
          </a:xfrm>
          <a:prstGeom prst="rect">
            <a:avLst/>
          </a:prstGeom>
          <a:solidFill>
            <a:srgbClr val="275E9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W1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0D2976B-5C7E-6A3A-E528-71F7B0C1E4A1}"/>
              </a:ext>
            </a:extLst>
          </p:cNvPr>
          <p:cNvCxnSpPr>
            <a:cxnSpLocks/>
            <a:stCxn id="11" idx="2"/>
          </p:cNvCxnSpPr>
          <p:nvPr/>
        </p:nvCxnSpPr>
        <p:spPr>
          <a:xfrm flipH="1">
            <a:off x="7850142" y="1841188"/>
            <a:ext cx="438158" cy="229556"/>
          </a:xfrm>
          <a:prstGeom prst="straightConnector1">
            <a:avLst/>
          </a:prstGeom>
          <a:ln w="38100">
            <a:solidFill>
              <a:srgbClr val="D5B65D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D6138BD2-741D-032C-3015-25757D05BA78}"/>
              </a:ext>
            </a:extLst>
          </p:cNvPr>
          <p:cNvSpPr/>
          <p:nvPr/>
        </p:nvSpPr>
        <p:spPr>
          <a:xfrm>
            <a:off x="5053264" y="3593339"/>
            <a:ext cx="417896" cy="192505"/>
          </a:xfrm>
          <a:prstGeom prst="rect">
            <a:avLst/>
          </a:prstGeom>
          <a:solidFill>
            <a:srgbClr val="1964A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B1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10F20A8-D44B-DF69-6998-29815C66B186}"/>
              </a:ext>
            </a:extLst>
          </p:cNvPr>
          <p:cNvSpPr/>
          <p:nvPr/>
        </p:nvSpPr>
        <p:spPr>
          <a:xfrm>
            <a:off x="6302946" y="3605607"/>
            <a:ext cx="417896" cy="192505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B2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2BB95A3-C209-C464-723A-468D8E5EC316}"/>
              </a:ext>
            </a:extLst>
          </p:cNvPr>
          <p:cNvSpPr/>
          <p:nvPr/>
        </p:nvSpPr>
        <p:spPr>
          <a:xfrm>
            <a:off x="9410978" y="5967428"/>
            <a:ext cx="417896" cy="192505"/>
          </a:xfrm>
          <a:prstGeom prst="rect">
            <a:avLst/>
          </a:prstGeom>
          <a:solidFill>
            <a:srgbClr val="1964A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B1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CD61530-176B-F38D-8657-520C72EC78A7}"/>
              </a:ext>
            </a:extLst>
          </p:cNvPr>
          <p:cNvSpPr/>
          <p:nvPr/>
        </p:nvSpPr>
        <p:spPr>
          <a:xfrm>
            <a:off x="11125200" y="5998704"/>
            <a:ext cx="417896" cy="192505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B2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E69CD82-6C1F-2744-401C-9B6F0C7973B4}"/>
              </a:ext>
            </a:extLst>
          </p:cNvPr>
          <p:cNvSpPr/>
          <p:nvPr/>
        </p:nvSpPr>
        <p:spPr>
          <a:xfrm>
            <a:off x="3957145" y="2095964"/>
            <a:ext cx="3181593" cy="3684726"/>
          </a:xfrm>
          <a:prstGeom prst="rect">
            <a:avLst/>
          </a:prstGeom>
          <a:noFill/>
          <a:ln w="38100">
            <a:solidFill>
              <a:srgbClr val="008C4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F46969E-87DC-C90D-0D31-8044D58D095F}"/>
              </a:ext>
            </a:extLst>
          </p:cNvPr>
          <p:cNvSpPr/>
          <p:nvPr/>
        </p:nvSpPr>
        <p:spPr>
          <a:xfrm>
            <a:off x="8922338" y="2147820"/>
            <a:ext cx="1906542" cy="243930"/>
          </a:xfrm>
          <a:prstGeom prst="rect">
            <a:avLst/>
          </a:prstGeom>
          <a:solidFill>
            <a:schemeClr val="bg1"/>
          </a:solidFill>
          <a:ln>
            <a:solidFill>
              <a:srgbClr val="1C6C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1C6CC8"/>
                </a:solidFill>
              </a:rPr>
              <a:t>Nucleo-H723ZG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D407723-CC25-4743-59A2-ACC3D53E1074}"/>
              </a:ext>
            </a:extLst>
          </p:cNvPr>
          <p:cNvSpPr/>
          <p:nvPr/>
        </p:nvSpPr>
        <p:spPr>
          <a:xfrm>
            <a:off x="8863993" y="2095964"/>
            <a:ext cx="3181593" cy="4396911"/>
          </a:xfrm>
          <a:prstGeom prst="rect">
            <a:avLst/>
          </a:prstGeom>
          <a:noFill/>
          <a:ln w="38100">
            <a:solidFill>
              <a:srgbClr val="1C6CC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FA1C455-B489-63FE-898E-1016AC5DB432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7362708" y="1836365"/>
            <a:ext cx="269058" cy="259599"/>
          </a:xfrm>
          <a:prstGeom prst="straightConnector1">
            <a:avLst/>
          </a:prstGeom>
          <a:ln w="38100">
            <a:solidFill>
              <a:srgbClr val="3E7F83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35EB9696-37AB-3840-893D-A5CDB5539607}"/>
              </a:ext>
            </a:extLst>
          </p:cNvPr>
          <p:cNvCxnSpPr>
            <a:cxnSpLocks/>
          </p:cNvCxnSpPr>
          <p:nvPr/>
        </p:nvCxnSpPr>
        <p:spPr>
          <a:xfrm flipH="1" flipV="1">
            <a:off x="7688745" y="2338747"/>
            <a:ext cx="380476" cy="315115"/>
          </a:xfrm>
          <a:prstGeom prst="straightConnector1">
            <a:avLst/>
          </a:prstGeom>
          <a:ln w="38100">
            <a:solidFill>
              <a:srgbClr val="275E9F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>
            <a:extLst>
              <a:ext uri="{FF2B5EF4-FFF2-40B4-BE49-F238E27FC236}">
                <a16:creationId xmlns:a16="http://schemas.microsoft.com/office/drawing/2014/main" id="{8873EDBF-F6C3-FBCD-859A-E26DBC7368F4}"/>
              </a:ext>
            </a:extLst>
          </p:cNvPr>
          <p:cNvSpPr/>
          <p:nvPr/>
        </p:nvSpPr>
        <p:spPr>
          <a:xfrm>
            <a:off x="3675849" y="5544030"/>
            <a:ext cx="490017" cy="473320"/>
          </a:xfrm>
          <a:prstGeom prst="ellipse">
            <a:avLst/>
          </a:prstGeom>
          <a:solidFill>
            <a:srgbClr val="008C48"/>
          </a:solidFill>
          <a:ln>
            <a:solidFill>
              <a:srgbClr val="217D52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20B279C2-BA83-0291-2A4E-F3480B24CB98}"/>
              </a:ext>
            </a:extLst>
          </p:cNvPr>
          <p:cNvSpPr/>
          <p:nvPr/>
        </p:nvSpPr>
        <p:spPr>
          <a:xfrm>
            <a:off x="11695473" y="1911160"/>
            <a:ext cx="490017" cy="473320"/>
          </a:xfrm>
          <a:prstGeom prst="ellipse">
            <a:avLst/>
          </a:prstGeom>
          <a:solidFill>
            <a:srgbClr val="275E9F"/>
          </a:solidFill>
          <a:ln>
            <a:solidFill>
              <a:srgbClr val="0070C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E2CCE686-E971-2185-F5EB-233BFAAD33C4}"/>
              </a:ext>
            </a:extLst>
          </p:cNvPr>
          <p:cNvSpPr/>
          <p:nvPr/>
        </p:nvSpPr>
        <p:spPr>
          <a:xfrm>
            <a:off x="6397551" y="434457"/>
            <a:ext cx="490017" cy="473320"/>
          </a:xfrm>
          <a:prstGeom prst="ellipse">
            <a:avLst/>
          </a:prstGeom>
          <a:ln>
            <a:solidFill>
              <a:schemeClr val="bg2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</a:t>
            </a:r>
          </a:p>
        </p:txBody>
      </p:sp>
    </p:spTree>
    <p:extLst>
      <p:ext uri="{BB962C8B-B14F-4D97-AF65-F5344CB8AC3E}">
        <p14:creationId xmlns:p14="http://schemas.microsoft.com/office/powerpoint/2010/main" val="15821947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265</TotalTime>
  <Words>50</Words>
  <Application>Microsoft Office PowerPoint</Application>
  <PresentationFormat>Widescreen</PresentationFormat>
  <Paragraphs>22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Setup 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Vanfretti, Luigi</dc:creator>
  <cp:lastModifiedBy>Vanfretti, Luigi</cp:lastModifiedBy>
  <cp:revision>10</cp:revision>
  <dcterms:created xsi:type="dcterms:W3CDTF">2025-12-22T23:45:36Z</dcterms:created>
  <dcterms:modified xsi:type="dcterms:W3CDTF">2026-04-30T16:32:38Z</dcterms:modified>
</cp:coreProperties>
</file>