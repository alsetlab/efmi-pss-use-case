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5E9F"/>
    <a:srgbClr val="217D52"/>
    <a:srgbClr val="008C48"/>
    <a:srgbClr val="3E7F83"/>
    <a:srgbClr val="D5B65D"/>
    <a:srgbClr val="50585B"/>
    <a:srgbClr val="1C6CC8"/>
    <a:srgbClr val="1A66AA"/>
    <a:srgbClr val="1964AB"/>
    <a:srgbClr val="BA59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0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1D11-0071-9743-0D7A-86137054FF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37977-DB86-EB0A-D62B-C42B6C7F70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F62F0-40C1-1379-80BC-268998C0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96A87-F485-CBA6-CC02-FAA4899E1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EF6BC-E8C7-DC38-EE27-CE3DD6AF3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9B126-85F3-489B-ABDD-7A2DCE3E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15349-8A40-657A-6EDC-FCBA5CBA3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38E31-1C0E-F54E-13AE-158836ACB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897FC-D894-E883-F0E1-357EA465F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818DF-0FFA-ABBE-E50C-43D606EB1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51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B24B1-4D9B-0B78-661E-31E0FBE6F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4BBE4-6830-5395-AAAB-55C49C410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1E91C-9A0D-1E32-5617-96FFE733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ADFF7-198E-9A2C-DA42-BAA39CC54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D1868-BCA0-B884-F595-CA5CF5615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183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FFCDB-3C27-6690-FF80-BA4E8A33E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218F4-0CC4-56C2-8CA7-AB2F46CAAD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195D9-995A-A29D-A06C-B6A826C52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95D1B9-24BF-5EAF-5D96-BB006EB2A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C06E8A-2CAF-B249-6D4E-B2D7815A2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28FB8-3CE7-6DCC-DEE6-FD6FB74CB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914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9A413-4DCB-95E2-71E3-8D9133459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47358-F03F-7F1F-A980-302952F6F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8181F4-C167-029E-8311-4D2B5BAD8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A678EE-9A4B-662E-0FC5-725842C5B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156996-1C2A-8FCA-9C25-C8925054F1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32B213-26E4-DDA4-5456-96512F2C1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FA6204-CC4C-C45B-5634-BC9BB6104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BEA0BD-91AE-2E98-CB99-BCB1D769F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90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8D9B-9438-213C-3AA5-DBCAA883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21D7A6-9DCD-8A48-01D8-7AE167FC6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1213C7-4F41-D65D-47E1-66C3ECE11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266C74-EB97-6789-3B63-0B2C34E9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56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8A1EBA-58DA-9988-CB28-E0FF90644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781928-1E08-856B-2E47-7A606B078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C0DDA-48D3-ED55-FC4C-21AA3EFC2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62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CACD3-93B0-1B29-8D77-ED3885252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B2CEB-E4CB-ED43-C270-D7C630E78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B8560-1B47-1DF8-E541-809A8D186F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E4579-2864-F9C4-7BFA-F5FC1F1D7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C44C32-E2E6-13FE-8F3C-DAE40E3DE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C27C0-442E-7CB6-7482-7D8D4375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0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C627-682B-CA24-66F3-CC0AAEFB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833F68-B49A-A48D-D82F-F263A31DEC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A8E53-DBCC-0032-80FF-36867DFCB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3DDE4-A9A0-0E9A-F404-694607B21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0ED76E-EDC2-A1F0-D10E-E899AF99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EBA376-55B0-9EE4-B823-2E4DC09D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34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F3A5A-5C0A-6393-7D1E-8EFF74E8E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7D7C80-14D4-AE2D-C2B9-AD863081A1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F8C47-375F-5AE9-16C8-12316418F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110C4-440E-EEC9-EBB8-879A86C5B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8AB23-2265-62B5-506E-DF64E2225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251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08C76-D67F-99FF-63C2-3DE79D0A12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6E7E4F-DA5D-1A35-FD50-C5A54211B9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7F648D-27EE-DADF-66E0-F3020CB96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0B350-1928-CDCF-001F-D1658A8C7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451A6-BD65-3F19-A3E6-DAB6DBA71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837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75AD3F-0170-BF0B-4F89-C455B2D53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5D9A48-EE3B-CA63-AD4A-B796B566D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DCE06-CD87-0D65-907C-D55B696B53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B67C60-164F-4645-BD88-C03E7D28266F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087528-4C82-0BA5-FE89-52345651CE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0768B-E13C-E37E-3778-5C1D9F467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6251E-627A-425E-9E90-64F0E0B7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87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311E7-AC96-410F-1A1D-60B1BE08A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B9EFE9-61B7-1D17-8682-1C067EE798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4117" y="232799"/>
            <a:ext cx="8568996" cy="634498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C00779-64D0-72DE-1033-26FD96F4C077}"/>
              </a:ext>
            </a:extLst>
          </p:cNvPr>
          <p:cNvSpPr/>
          <p:nvPr/>
        </p:nvSpPr>
        <p:spPr>
          <a:xfrm>
            <a:off x="5053264" y="2606844"/>
            <a:ext cx="689194" cy="1925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GND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FB1C22-DD30-4F60-8EAE-A0D28B512BCC}"/>
              </a:ext>
            </a:extLst>
          </p:cNvPr>
          <p:cNvSpPr/>
          <p:nvPr/>
        </p:nvSpPr>
        <p:spPr>
          <a:xfrm>
            <a:off x="9311824" y="3566285"/>
            <a:ext cx="689194" cy="1925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FE99DD-C653-D6A1-FE8A-18F38944E631}"/>
              </a:ext>
            </a:extLst>
          </p:cNvPr>
          <p:cNvSpPr/>
          <p:nvPr/>
        </p:nvSpPr>
        <p:spPr>
          <a:xfrm>
            <a:off x="11114691" y="3082671"/>
            <a:ext cx="930895" cy="421458"/>
          </a:xfrm>
          <a:prstGeom prst="rect">
            <a:avLst/>
          </a:prstGeom>
          <a:solidFill>
            <a:srgbClr val="D5B6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D13: w (out)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AD1EE-7D15-9F32-36AF-D3A1762828B8}"/>
              </a:ext>
            </a:extLst>
          </p:cNvPr>
          <p:cNvSpPr/>
          <p:nvPr/>
        </p:nvSpPr>
        <p:spPr>
          <a:xfrm>
            <a:off x="8044583" y="1632640"/>
            <a:ext cx="487434" cy="208548"/>
          </a:xfrm>
          <a:prstGeom prst="rect">
            <a:avLst/>
          </a:prstGeom>
          <a:solidFill>
            <a:srgbClr val="D5B6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4935D3-E547-8F93-D88D-F5E207FA70B0}"/>
              </a:ext>
            </a:extLst>
          </p:cNvPr>
          <p:cNvSpPr/>
          <p:nvPr/>
        </p:nvSpPr>
        <p:spPr>
          <a:xfrm>
            <a:off x="7118991" y="1627817"/>
            <a:ext cx="487434" cy="208548"/>
          </a:xfrm>
          <a:prstGeom prst="rect">
            <a:avLst/>
          </a:prstGeom>
          <a:solidFill>
            <a:srgbClr val="3E7F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078C77-0145-A64F-B877-13C23446B2DE}"/>
              </a:ext>
            </a:extLst>
          </p:cNvPr>
          <p:cNvSpPr/>
          <p:nvPr/>
        </p:nvSpPr>
        <p:spPr>
          <a:xfrm>
            <a:off x="8891752" y="3847902"/>
            <a:ext cx="937121" cy="243930"/>
          </a:xfrm>
          <a:prstGeom prst="rect">
            <a:avLst/>
          </a:prstGeom>
          <a:solidFill>
            <a:srgbClr val="3E7F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A0: vf (in)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9178F4-42C2-0C67-9DD4-BE0A5D777487}"/>
              </a:ext>
            </a:extLst>
          </p:cNvPr>
          <p:cNvSpPr/>
          <p:nvPr/>
        </p:nvSpPr>
        <p:spPr>
          <a:xfrm>
            <a:off x="6931572" y="831671"/>
            <a:ext cx="2564525" cy="303410"/>
          </a:xfrm>
          <a:prstGeom prst="rect">
            <a:avLst/>
          </a:prstGeom>
          <a:solidFill>
            <a:schemeClr val="tx1"/>
          </a:solidFill>
          <a:ln>
            <a:solidFill>
              <a:srgbClr val="50585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Analog Discovery Board 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6970F-876D-BD44-683D-BA75D2FD577F}"/>
              </a:ext>
            </a:extLst>
          </p:cNvPr>
          <p:cNvSpPr/>
          <p:nvPr/>
        </p:nvSpPr>
        <p:spPr>
          <a:xfrm>
            <a:off x="4035536" y="2179246"/>
            <a:ext cx="1906542" cy="243930"/>
          </a:xfrm>
          <a:prstGeom prst="rect">
            <a:avLst/>
          </a:prstGeom>
          <a:solidFill>
            <a:schemeClr val="bg1"/>
          </a:solidFill>
          <a:ln>
            <a:solidFill>
              <a:srgbClr val="008C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8C48"/>
                </a:solidFill>
              </a:rPr>
              <a:t>NUCLEO-L476RG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9855F-F304-BBD1-569C-DE40D916A8E4}"/>
              </a:ext>
            </a:extLst>
          </p:cNvPr>
          <p:cNvSpPr/>
          <p:nvPr/>
        </p:nvSpPr>
        <p:spPr>
          <a:xfrm>
            <a:off x="4018993" y="4764339"/>
            <a:ext cx="1034271" cy="243930"/>
          </a:xfrm>
          <a:prstGeom prst="rect">
            <a:avLst/>
          </a:prstGeom>
          <a:solidFill>
            <a:srgbClr val="3E7F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A2: vf (out)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6EFBA0-8DA4-1FE6-6C90-30F5FB06FADE}"/>
              </a:ext>
            </a:extLst>
          </p:cNvPr>
          <p:cNvSpPr/>
          <p:nvPr/>
        </p:nvSpPr>
        <p:spPr>
          <a:xfrm>
            <a:off x="4147481" y="5059847"/>
            <a:ext cx="905783" cy="243930"/>
          </a:xfrm>
          <a:prstGeom prst="rect">
            <a:avLst/>
          </a:prstGeom>
          <a:solidFill>
            <a:srgbClr val="D5B6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A5: w (in)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8D9446-CCB2-74B1-E313-4D6918E1FB76}"/>
              </a:ext>
            </a:extLst>
          </p:cNvPr>
          <p:cNvSpPr/>
          <p:nvPr/>
        </p:nvSpPr>
        <p:spPr>
          <a:xfrm>
            <a:off x="10883148" y="4012269"/>
            <a:ext cx="1162438" cy="243930"/>
          </a:xfrm>
          <a:prstGeom prst="rect">
            <a:avLst/>
          </a:prstGeom>
          <a:solidFill>
            <a:srgbClr val="BA592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D3: stepSize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7404B3-9E82-5A04-6506-1212DB58BB23}"/>
              </a:ext>
            </a:extLst>
          </p:cNvPr>
          <p:cNvSpPr/>
          <p:nvPr/>
        </p:nvSpPr>
        <p:spPr>
          <a:xfrm>
            <a:off x="10814200" y="4764339"/>
            <a:ext cx="1231386" cy="24393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D2: calcTime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895749F-FB21-B059-70DE-1110492C70EB}"/>
              </a:ext>
            </a:extLst>
          </p:cNvPr>
          <p:cNvSpPr/>
          <p:nvPr/>
        </p:nvSpPr>
        <p:spPr>
          <a:xfrm>
            <a:off x="7825504" y="2695075"/>
            <a:ext cx="487434" cy="208548"/>
          </a:xfrm>
          <a:prstGeom prst="rect">
            <a:avLst/>
          </a:prstGeom>
          <a:solidFill>
            <a:srgbClr val="275E9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W1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0D2976B-5C7E-6A3A-E528-71F7B0C1E4A1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7850142" y="1841188"/>
            <a:ext cx="438158" cy="229556"/>
          </a:xfrm>
          <a:prstGeom prst="straightConnector1">
            <a:avLst/>
          </a:prstGeom>
          <a:ln w="38100">
            <a:solidFill>
              <a:srgbClr val="D5B65D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6138BD2-741D-032C-3015-25757D05BA78}"/>
              </a:ext>
            </a:extLst>
          </p:cNvPr>
          <p:cNvSpPr/>
          <p:nvPr/>
        </p:nvSpPr>
        <p:spPr>
          <a:xfrm>
            <a:off x="5053264" y="3593339"/>
            <a:ext cx="417896" cy="192505"/>
          </a:xfrm>
          <a:prstGeom prst="rect">
            <a:avLst/>
          </a:prstGeom>
          <a:solidFill>
            <a:srgbClr val="1964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10F20A8-D44B-DF69-6998-29815C66B186}"/>
              </a:ext>
            </a:extLst>
          </p:cNvPr>
          <p:cNvSpPr/>
          <p:nvPr/>
        </p:nvSpPr>
        <p:spPr>
          <a:xfrm>
            <a:off x="6302946" y="3605607"/>
            <a:ext cx="417896" cy="1925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2BB95A3-C209-C464-723A-468D8E5EC316}"/>
              </a:ext>
            </a:extLst>
          </p:cNvPr>
          <p:cNvSpPr/>
          <p:nvPr/>
        </p:nvSpPr>
        <p:spPr>
          <a:xfrm>
            <a:off x="9410978" y="5967428"/>
            <a:ext cx="417896" cy="192505"/>
          </a:xfrm>
          <a:prstGeom prst="rect">
            <a:avLst/>
          </a:prstGeom>
          <a:solidFill>
            <a:srgbClr val="1964A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CD61530-176B-F38D-8657-520C72EC78A7}"/>
              </a:ext>
            </a:extLst>
          </p:cNvPr>
          <p:cNvSpPr/>
          <p:nvPr/>
        </p:nvSpPr>
        <p:spPr>
          <a:xfrm>
            <a:off x="11125200" y="5998704"/>
            <a:ext cx="417896" cy="1925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E69CD82-6C1F-2744-401C-9B6F0C7973B4}"/>
              </a:ext>
            </a:extLst>
          </p:cNvPr>
          <p:cNvSpPr/>
          <p:nvPr/>
        </p:nvSpPr>
        <p:spPr>
          <a:xfrm>
            <a:off x="3957145" y="2095964"/>
            <a:ext cx="3181593" cy="3684726"/>
          </a:xfrm>
          <a:prstGeom prst="rect">
            <a:avLst/>
          </a:prstGeom>
          <a:noFill/>
          <a:ln w="38100">
            <a:solidFill>
              <a:srgbClr val="008C4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F46969E-87DC-C90D-0D31-8044D58D095F}"/>
              </a:ext>
            </a:extLst>
          </p:cNvPr>
          <p:cNvSpPr/>
          <p:nvPr/>
        </p:nvSpPr>
        <p:spPr>
          <a:xfrm>
            <a:off x="8922338" y="2147820"/>
            <a:ext cx="1906542" cy="243930"/>
          </a:xfrm>
          <a:prstGeom prst="rect">
            <a:avLst/>
          </a:prstGeom>
          <a:solidFill>
            <a:schemeClr val="bg1"/>
          </a:solidFill>
          <a:ln>
            <a:solidFill>
              <a:srgbClr val="1C6C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C6CC8"/>
                </a:solidFill>
              </a:rPr>
              <a:t>Nucleo-H723ZG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407723-CC25-4743-59A2-ACC3D53E1074}"/>
              </a:ext>
            </a:extLst>
          </p:cNvPr>
          <p:cNvSpPr/>
          <p:nvPr/>
        </p:nvSpPr>
        <p:spPr>
          <a:xfrm>
            <a:off x="8863993" y="2095964"/>
            <a:ext cx="3181593" cy="4396911"/>
          </a:xfrm>
          <a:prstGeom prst="rect">
            <a:avLst/>
          </a:prstGeom>
          <a:noFill/>
          <a:ln w="38100">
            <a:solidFill>
              <a:srgbClr val="1C6CC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A1C455-B489-63FE-898E-1016AC5DB432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7362708" y="1836365"/>
            <a:ext cx="269058" cy="259599"/>
          </a:xfrm>
          <a:prstGeom prst="straightConnector1">
            <a:avLst/>
          </a:prstGeom>
          <a:ln w="38100">
            <a:solidFill>
              <a:srgbClr val="3E7F83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5EB9696-37AB-3840-893D-A5CDB5539607}"/>
              </a:ext>
            </a:extLst>
          </p:cNvPr>
          <p:cNvCxnSpPr>
            <a:cxnSpLocks/>
          </p:cNvCxnSpPr>
          <p:nvPr/>
        </p:nvCxnSpPr>
        <p:spPr>
          <a:xfrm flipH="1" flipV="1">
            <a:off x="7688745" y="2338747"/>
            <a:ext cx="380476" cy="315115"/>
          </a:xfrm>
          <a:prstGeom prst="straightConnector1">
            <a:avLst/>
          </a:prstGeom>
          <a:ln w="38100">
            <a:solidFill>
              <a:srgbClr val="275E9F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8873EDBF-F6C3-FBCD-859A-E26DBC7368F4}"/>
              </a:ext>
            </a:extLst>
          </p:cNvPr>
          <p:cNvSpPr/>
          <p:nvPr/>
        </p:nvSpPr>
        <p:spPr>
          <a:xfrm>
            <a:off x="3675849" y="5544030"/>
            <a:ext cx="490017" cy="473320"/>
          </a:xfrm>
          <a:prstGeom prst="ellipse">
            <a:avLst/>
          </a:prstGeom>
          <a:solidFill>
            <a:srgbClr val="008C48"/>
          </a:solidFill>
          <a:ln>
            <a:solidFill>
              <a:srgbClr val="217D52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0B279C2-BA83-0291-2A4E-F3480B24CB98}"/>
              </a:ext>
            </a:extLst>
          </p:cNvPr>
          <p:cNvSpPr/>
          <p:nvPr/>
        </p:nvSpPr>
        <p:spPr>
          <a:xfrm>
            <a:off x="11695473" y="1911160"/>
            <a:ext cx="490017" cy="473320"/>
          </a:xfrm>
          <a:prstGeom prst="ellipse">
            <a:avLst/>
          </a:prstGeom>
          <a:solidFill>
            <a:srgbClr val="275E9F"/>
          </a:solidFill>
          <a:ln>
            <a:solidFill>
              <a:srgbClr val="0070C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2CCE686-E971-2185-F5EB-233BFAAD33C4}"/>
              </a:ext>
            </a:extLst>
          </p:cNvPr>
          <p:cNvSpPr/>
          <p:nvPr/>
        </p:nvSpPr>
        <p:spPr>
          <a:xfrm>
            <a:off x="6397551" y="434457"/>
            <a:ext cx="490017" cy="473320"/>
          </a:xfrm>
          <a:prstGeom prst="ellipse">
            <a:avLst/>
          </a:prstGeom>
          <a:ln>
            <a:solidFill>
              <a:schemeClr val="bg2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3E6CF2-EF83-5344-6495-930092544660}"/>
              </a:ext>
            </a:extLst>
          </p:cNvPr>
          <p:cNvSpPr/>
          <p:nvPr/>
        </p:nvSpPr>
        <p:spPr>
          <a:xfrm>
            <a:off x="9828874" y="2865223"/>
            <a:ext cx="603600" cy="368120"/>
          </a:xfrm>
          <a:prstGeom prst="rect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AFE4DB-ABB8-59FD-6DD0-A9E753971187}"/>
              </a:ext>
            </a:extLst>
          </p:cNvPr>
          <p:cNvSpPr/>
          <p:nvPr/>
        </p:nvSpPr>
        <p:spPr>
          <a:xfrm>
            <a:off x="6207707" y="3405290"/>
            <a:ext cx="1481038" cy="190649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From Christoph add: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D11 </a:t>
            </a:r>
            <a:r>
              <a:rPr lang="en-US" dirty="0" err="1"/>
              <a:t>stepSize</a:t>
            </a:r>
            <a:endParaRPr lang="en-US" dirty="0"/>
          </a:p>
          <a:p>
            <a:pPr algn="ctr"/>
            <a:r>
              <a:rPr lang="en-US"/>
              <a:t>D1</a:t>
            </a:r>
            <a:r>
              <a:rPr lang="en-US" dirty="0"/>
              <a:t>2</a:t>
            </a:r>
            <a:r>
              <a:rPr lang="en-US"/>
              <a:t> </a:t>
            </a:r>
            <a:r>
              <a:rPr lang="en-US" dirty="0" err="1"/>
              <a:t>calcTime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194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58</Words>
  <Application>Microsoft Office PowerPoint</Application>
  <PresentationFormat>Widescreen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Setup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Vanfretti, Luigi</dc:creator>
  <cp:lastModifiedBy>Vanfretti, Luigi</cp:lastModifiedBy>
  <cp:revision>12</cp:revision>
  <dcterms:created xsi:type="dcterms:W3CDTF">2025-12-22T23:45:36Z</dcterms:created>
  <dcterms:modified xsi:type="dcterms:W3CDTF">2026-05-07T15:26:13Z</dcterms:modified>
</cp:coreProperties>
</file>