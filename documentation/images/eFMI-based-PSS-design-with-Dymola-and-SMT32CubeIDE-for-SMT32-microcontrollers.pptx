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4704A-82DD-A68F-EC44-552E2AC37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3FA26-E997-6027-8811-82CBBA76DE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CA62-8DBA-E431-6C6D-E02BCBF96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219F-966D-445B-8F40-74667113F871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61C82-DB0A-DB10-EE2D-48D2F2E32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D2194-5F54-5183-ED70-765AC4CA5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C9B8-0E5F-45AD-A4B0-0520D9D2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824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F14FF-DE2D-3E0A-EF92-F1FDD7FE6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AFE49-1C2A-F311-47EB-780E79204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A0497-B6A6-21AA-2C45-0233528ED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219F-966D-445B-8F40-74667113F871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14491-9C69-E55F-0C76-E91BE0C88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026E9-1066-7ED4-746B-55CCF6F9D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C9B8-0E5F-45AD-A4B0-0520D9D2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90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4A691-A33E-3200-4B97-B794FAB4A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0C671-FDF6-93ED-9C14-4AD14674B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DE2D4-03BE-2E9F-8A43-67F45324F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219F-966D-445B-8F40-74667113F871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3AEFD-70C6-21F7-5142-655BC78A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6BD67-8D86-9DAA-D195-46D181465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C9B8-0E5F-45AD-A4B0-0520D9D2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073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64FDB-22D0-1851-31EC-AE1958B30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84F41-0F99-8904-6E86-707B60BC9C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1872C-8E2F-2C52-0064-53758A987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F42A12-0F6C-F130-80A0-064A6710E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219F-966D-445B-8F40-74667113F871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31571-22FA-7CCE-F74E-893144800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9C3A8-4C82-005E-938C-AA7BD05F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C9B8-0E5F-45AD-A4B0-0520D9D2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035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C645A-3116-61F8-516B-B31F3DA6F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BE6AD-9346-A7CA-F2A2-BBC73AAB0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B9D9F-1C8C-FAA1-4BEB-CE90ED0B3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7A0A2-F87E-8C8F-4E61-7A63DCC29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DEC8C9-992D-66D8-358E-C9263DDDA8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FB1E72-95EE-3555-3CBF-91F876510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219F-966D-445B-8F40-74667113F871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9E0FB9-B4F5-88D3-6008-1C75F9983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7609C-33CB-E7D0-8F70-782D76763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C9B8-0E5F-45AD-A4B0-0520D9D2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616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587E3-CC50-D948-C2F2-B547D900F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DFAF60-E785-1446-A520-61B5AD6B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219F-966D-445B-8F40-74667113F871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24F8C8-994E-53BE-81A1-A28FD3833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1FAE3-97CE-D101-A506-B96F8805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C9B8-0E5F-45AD-A4B0-0520D9D2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66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3148EC-44D2-3ADC-05C3-32E42EAD6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219F-966D-445B-8F40-74667113F871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FB7BA0-8DE3-B9F8-C314-D16BBCD18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F71DA-088E-ED31-910E-BE7926AD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C9B8-0E5F-45AD-A4B0-0520D9D2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22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108CE-3285-9FDC-52D1-F29B42E6F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6347E-3A2F-4B33-7254-B45069EBE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05CC5-13CF-ACE8-F22F-71A7E328F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9BFC9-691A-4C52-A304-F325ADD62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219F-966D-445B-8F40-74667113F871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8B318-3238-6DCE-1AB9-E2EEB2B83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A3086-3F03-866F-94E9-36360EE1F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C9B8-0E5F-45AD-A4B0-0520D9D2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496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87114-3A0C-79CC-25AF-5CC0DDC7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152EF1-A1A9-7FC8-EDB6-2A91CEFFA9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8B7392-1F92-3F43-C4DB-A7B0F1700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82F8A-75C5-5E68-5989-A87E21437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219F-966D-445B-8F40-74667113F871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6ABD9-7103-8A78-9D20-97387EBB4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F4C33D-D7F4-78F5-E331-B954E4358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C9B8-0E5F-45AD-A4B0-0520D9D2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23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BFF73-3BEA-0A3E-7314-04AC79B54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B47164-30D1-A7DA-E752-EE8C92032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D8320-6ECC-CD4B-CEFA-82F6002A4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219F-966D-445B-8F40-74667113F871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50DB0-5C6C-C418-6289-FB7BD11F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2CB47-2F3E-6BEC-E1FB-AA3B5C63F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C9B8-0E5F-45AD-A4B0-0520D9D2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75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E7AE02-6590-50D7-83DB-F04901B610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0081FF-6C93-AC74-6B5E-00472D511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8F47F-0597-62F0-36AF-B3D29E337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219F-966D-445B-8F40-74667113F871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5973C-06FB-C4B2-8381-0E6616B93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24C3D-DE91-4362-996D-5CEBB1C35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7C9B8-0E5F-45AD-A4B0-0520D9D2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55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3C2A01-7D49-E32D-A0A2-8B2C0E05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C132C-09FF-2314-249A-3C7AA24F0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97236-57FA-BFD0-057A-3FA1E3253C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90219F-966D-445B-8F40-74667113F871}" type="datetimeFigureOut">
              <a:rPr lang="en-US" smtClean="0"/>
              <a:t>2026-08-14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6EB99-E1FE-F81C-238E-984F1E1A36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ECA4A-FA1D-B441-4DDB-C72AC8986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7C9B8-0E5F-45AD-A4B0-0520D9D2C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881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29A615-4120-7E8B-99C1-4F5B6A674B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140766" cy="48262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A60E6A-5375-C2C7-2B29-AB6B843EC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904" y="2611120"/>
            <a:ext cx="6566096" cy="42468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BA5055-C9F3-4A37-89D3-AFFD1BB84D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650" y="-1"/>
            <a:ext cx="2511898" cy="25298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771CC8F-408E-027C-7863-396CD4BABA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881" y="4916876"/>
            <a:ext cx="3312160" cy="19411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2F3986-969E-88EC-BFEB-AF0E7B7B0F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1708" y="-1"/>
            <a:ext cx="3430292" cy="252984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4616B19-4A96-B1EC-E46E-25D561653573}"/>
              </a:ext>
            </a:extLst>
          </p:cNvPr>
          <p:cNvSpPr/>
          <p:nvPr/>
        </p:nvSpPr>
        <p:spPr>
          <a:xfrm>
            <a:off x="5527020" y="2611120"/>
            <a:ext cx="98884" cy="221512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C6D480-4284-0B4D-824E-FF8BC96D2753}"/>
              </a:ext>
            </a:extLst>
          </p:cNvPr>
          <p:cNvSpPr/>
          <p:nvPr/>
        </p:nvSpPr>
        <p:spPr>
          <a:xfrm rot="5400000">
            <a:off x="8809795" y="-761737"/>
            <a:ext cx="99431" cy="666498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53E2AF7-9BA5-D201-18F1-5065FFFAA9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16876"/>
            <a:ext cx="2362964" cy="194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281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Aptos Display</vt:lpstr>
      <vt:lpstr>Aptos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BÜRGER Christoff</dc:creator>
  <cp:lastModifiedBy>BÜRGER Christoff</cp:lastModifiedBy>
  <cp:revision>2</cp:revision>
  <dcterms:created xsi:type="dcterms:W3CDTF">2026-08-14T14:12:39Z</dcterms:created>
  <dcterms:modified xsi:type="dcterms:W3CDTF">2026-08-14T15:02:08Z</dcterms:modified>
</cp:coreProperties>
</file>