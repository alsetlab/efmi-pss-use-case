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5E9F"/>
    <a:srgbClr val="217D52"/>
    <a:srgbClr val="008C48"/>
    <a:srgbClr val="3E7F83"/>
    <a:srgbClr val="D5B65D"/>
    <a:srgbClr val="50585B"/>
    <a:srgbClr val="1C6CC8"/>
    <a:srgbClr val="1A66AA"/>
    <a:srgbClr val="1964AB"/>
    <a:srgbClr val="BA59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140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01D11-0071-9743-0D7A-86137054F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237977-DB86-EB0A-D62B-C42B6C7F70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F62F0-40C1-1379-80BC-268998C0E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96A87-F485-CBA6-CC02-FAA4899E1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EF6BC-E8C7-DC38-EE27-CE3DD6AF3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54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9B126-85F3-489B-ABDD-7A2DCE3EC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15349-8A40-657A-6EDC-FCBA5CBA3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38E31-1C0E-F54E-13AE-158836ACB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897FC-D894-E883-F0E1-357EA465F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818DF-0FFA-ABBE-E50C-43D606EB1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51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B24B1-4D9B-0B78-661E-31E0FBE6F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E4BBE4-6830-5395-AAAB-55C49C410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1E91C-9A0D-1E32-5617-96FFE7332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ADFF7-198E-9A2C-DA42-BAA39CC54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D1868-BCA0-B884-F595-CA5CF5615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83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FFCDB-3C27-6690-FF80-BA4E8A33E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218F4-0CC4-56C2-8CA7-AB2F46CAAD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195D9-995A-A29D-A06C-B6A826C52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5D1B9-24BF-5EAF-5D96-BB006EB2A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06E8A-2CAF-B249-6D4E-B2D7815A2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28FB8-3CE7-6DCC-DEE6-FD6FB74CB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14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A413-4DCB-95E2-71E3-8D9133459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47358-F03F-7F1F-A980-302952F6F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181F4-C167-029E-8311-4D2B5BAD8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A678EE-9A4B-662E-0FC5-725842C5B0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156996-1C2A-8FCA-9C25-C8925054F1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32B213-26E4-DDA4-5456-96512F2C1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FA6204-CC4C-C45B-5634-BC9BB6104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BEA0BD-91AE-2E98-CB99-BCB1D769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03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58D9B-9438-213C-3AA5-DBCAA8830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21D7A6-9DCD-8A48-01D8-7AE167FC6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213C7-4F41-D65D-47E1-66C3ECE11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66C74-EB97-6789-3B63-0B2C34E91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256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8A1EBA-58DA-9988-CB28-E0FF90644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781928-1E08-856B-2E47-7A606B078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C0DDA-48D3-ED55-FC4C-21AA3EFC2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62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CACD3-93B0-1B29-8D77-ED3885252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B2CEB-E4CB-ED43-C270-D7C630E78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B8560-1B47-1DF8-E541-809A8D186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E4579-2864-F9C4-7BFA-F5FC1F1D7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44C32-E2E6-13FE-8F3C-DAE40E3DE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C27C0-442E-7CB6-7482-7D8D4375A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02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1C627-682B-CA24-66F3-CC0AAEFB2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833F68-B49A-A48D-D82F-F263A31DE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A8E53-DBCC-0032-80FF-36867DFCB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3DDE4-A9A0-0E9A-F404-694607B21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0ED76E-EDC2-A1F0-D10E-E899AF99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BA376-55B0-9EE4-B823-2E4DC09D9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34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F3A5A-5C0A-6393-7D1E-8EFF74E8E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7D7C80-14D4-AE2D-C2B9-AD863081A1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F8C47-375F-5AE9-16C8-12316418F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110C4-440E-EEC9-EBB8-879A86C5B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8AB23-2265-62B5-506E-DF64E2225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51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908C76-D67F-99FF-63C2-3DE79D0A12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E7E4F-DA5D-1A35-FD50-C5A54211B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F648D-27EE-DADF-66E0-F3020CB96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67C60-164F-4645-BD88-C03E7D28266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0B350-1928-CDCF-001F-D1658A8C7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451A6-BD65-3F19-A3E6-DAB6DBA71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837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75AD3F-0170-BF0B-4F89-C455B2D53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D9A48-EE3B-CA63-AD4A-B796B566D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DCE06-CD87-0D65-907C-D55B696B53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B67C60-164F-4645-BD88-C03E7D28266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87528-4C82-0BA5-FE89-52345651CE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0768B-E13C-E37E-3778-5C1D9F46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F6251E-627A-425E-9E90-64F0E0B7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870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23697E7-3DF0-B434-EFB7-AEB8F30DD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1</a:t>
            </a:r>
          </a:p>
        </p:txBody>
      </p:sp>
      <p:pic>
        <p:nvPicPr>
          <p:cNvPr id="12" name="Content Placeholder 11" descr="A diagram of a computer chip&#10;&#10;AI-generated content may be incorrect.">
            <a:extLst>
              <a:ext uri="{FF2B5EF4-FFF2-40B4-BE49-F238E27FC236}">
                <a16:creationId xmlns:a16="http://schemas.microsoft.com/office/drawing/2014/main" id="{37737128-81DB-4D23-59ED-4EA806F0D11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09123" y="1825625"/>
            <a:ext cx="4839753" cy="4351338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3DEA12-4CF0-5601-E02C-BA0DE51802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1 input</a:t>
            </a:r>
          </a:p>
          <a:p>
            <a:r>
              <a:rPr lang="en-US" dirty="0"/>
              <a:t>1 output</a:t>
            </a:r>
          </a:p>
        </p:txBody>
      </p:sp>
    </p:spTree>
    <p:extLst>
      <p:ext uri="{BB962C8B-B14F-4D97-AF65-F5344CB8AC3E}">
        <p14:creationId xmlns:p14="http://schemas.microsoft.com/office/powerpoint/2010/main" val="2393285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A196-92F3-B5F6-6D79-ECF622893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6240C-17E1-2190-3EE8-48552A9D6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 inputs</a:t>
            </a:r>
          </a:p>
          <a:p>
            <a:r>
              <a:rPr lang="en-US" dirty="0"/>
              <a:t>1 output</a:t>
            </a:r>
          </a:p>
          <a:p>
            <a:endParaRPr lang="en-US" dirty="0"/>
          </a:p>
        </p:txBody>
      </p:sp>
      <p:pic>
        <p:nvPicPr>
          <p:cNvPr id="4" name="Content Placeholder 11" descr="A diagram of a computer chip&#10;&#10;AI-generated content may be incorrect.">
            <a:extLst>
              <a:ext uri="{FF2B5EF4-FFF2-40B4-BE49-F238E27FC236}">
                <a16:creationId xmlns:a16="http://schemas.microsoft.com/office/drawing/2014/main" id="{6330DB2F-773A-4299-C96F-A2BF80A0B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176" y="497940"/>
            <a:ext cx="6857622" cy="616556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pic>
      <p:pic>
        <p:nvPicPr>
          <p:cNvPr id="6" name="Picture 5" descr="A computer chip with many different colored wires&#10;&#10;AI-generated content may be incorrect.">
            <a:extLst>
              <a:ext uri="{FF2B5EF4-FFF2-40B4-BE49-F238E27FC236}">
                <a16:creationId xmlns:a16="http://schemas.microsoft.com/office/drawing/2014/main" id="{4BB73FDB-E5C8-B035-EED7-34810E8B3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0098" y="586477"/>
            <a:ext cx="3356753" cy="301813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6AA89B9-C3DB-3047-937D-1FEA91C81046}"/>
              </a:ext>
            </a:extLst>
          </p:cNvPr>
          <p:cNvGrpSpPr/>
          <p:nvPr/>
        </p:nvGrpSpPr>
        <p:grpSpPr>
          <a:xfrm>
            <a:off x="4887607" y="3429000"/>
            <a:ext cx="3509048" cy="3429000"/>
            <a:chOff x="4887606" y="1744372"/>
            <a:chExt cx="5870019" cy="5113628"/>
          </a:xfrm>
        </p:grpSpPr>
        <p:pic>
          <p:nvPicPr>
            <p:cNvPr id="1026" name="Picture 2" descr="NUCLEO-L476RG - zestaw startowy z STM32L476 - sklep Kamami">
              <a:extLst>
                <a:ext uri="{FF2B5EF4-FFF2-40B4-BE49-F238E27FC236}">
                  <a16:creationId xmlns:a16="http://schemas.microsoft.com/office/drawing/2014/main" id="{64DDDE14-5800-63BB-F663-76754C9846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7606" y="1744372"/>
              <a:ext cx="5870019" cy="51136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861EC2C-D713-0E52-355A-4E7B2C139633}"/>
                </a:ext>
              </a:extLst>
            </p:cNvPr>
            <p:cNvSpPr/>
            <p:nvPr/>
          </p:nvSpPr>
          <p:spPr>
            <a:xfrm>
              <a:off x="6095999" y="6027120"/>
              <a:ext cx="1477505" cy="15530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6FBD06C-84D2-EF6F-DFDD-2FC23FCB48AF}"/>
                </a:ext>
              </a:extLst>
            </p:cNvPr>
            <p:cNvSpPr/>
            <p:nvPr/>
          </p:nvSpPr>
          <p:spPr>
            <a:xfrm>
              <a:off x="6095999" y="5878261"/>
              <a:ext cx="1477505" cy="15530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CD985D3-17E4-DD63-6DF3-CBFA879E0B30}"/>
                </a:ext>
              </a:extLst>
            </p:cNvPr>
            <p:cNvSpPr/>
            <p:nvPr/>
          </p:nvSpPr>
          <p:spPr>
            <a:xfrm>
              <a:off x="6095999" y="5556739"/>
              <a:ext cx="1477505" cy="155302"/>
            </a:xfrm>
            <a:prstGeom prst="rect">
              <a:avLst/>
            </a:prstGeom>
            <a:noFill/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39D1E6C-1720-80CD-E4AD-07A12663C0D2}"/>
                </a:ext>
              </a:extLst>
            </p:cNvPr>
            <p:cNvSpPr txBox="1"/>
            <p:nvPr/>
          </p:nvSpPr>
          <p:spPr>
            <a:xfrm>
              <a:off x="7530249" y="5452259"/>
              <a:ext cx="1156187" cy="321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accent3"/>
                  </a:solidFill>
                </a:rPr>
                <a:t>vsAOUT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16A15A6-DF63-866D-E1BA-D01E09A66394}"/>
                </a:ext>
              </a:extLst>
            </p:cNvPr>
            <p:cNvSpPr txBox="1"/>
            <p:nvPr/>
          </p:nvSpPr>
          <p:spPr>
            <a:xfrm>
              <a:off x="7501335" y="5735440"/>
              <a:ext cx="1156187" cy="321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rgbClr val="FF0000"/>
                  </a:solidFill>
                </a:rPr>
                <a:t>vin2AIN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605D05B-BDE0-FD80-51B1-3ADA69137DB8}"/>
                </a:ext>
              </a:extLst>
            </p:cNvPr>
            <p:cNvSpPr txBox="1"/>
            <p:nvPr/>
          </p:nvSpPr>
          <p:spPr>
            <a:xfrm>
              <a:off x="6853189" y="6123543"/>
              <a:ext cx="1156187" cy="321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 err="1">
                  <a:solidFill>
                    <a:srgbClr val="FF0000"/>
                  </a:solidFill>
                </a:rPr>
                <a:t>vinAIN</a:t>
              </a:r>
              <a:endParaRPr lang="en-US" sz="800" dirty="0">
                <a:solidFill>
                  <a:srgbClr val="FF0000"/>
                </a:solidFill>
              </a:endParaRPr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8A314DC-75C5-5FAB-32F7-8A8A2A5B8CA3}"/>
              </a:ext>
            </a:extLst>
          </p:cNvPr>
          <p:cNvCxnSpPr/>
          <p:nvPr/>
        </p:nvCxnSpPr>
        <p:spPr>
          <a:xfrm flipV="1">
            <a:off x="6246935" y="2096965"/>
            <a:ext cx="2655277" cy="9319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465519-7A56-6556-4C50-087B9824F1BA}"/>
              </a:ext>
            </a:extLst>
          </p:cNvPr>
          <p:cNvCxnSpPr>
            <a:cxnSpLocks/>
          </p:cNvCxnSpPr>
          <p:nvPr/>
        </p:nvCxnSpPr>
        <p:spPr>
          <a:xfrm flipH="1" flipV="1">
            <a:off x="5767754" y="1894742"/>
            <a:ext cx="3714750" cy="9076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181D1BF-CF87-66BA-CFFB-3A77B888C79C}"/>
              </a:ext>
            </a:extLst>
          </p:cNvPr>
          <p:cNvCxnSpPr>
            <a:cxnSpLocks/>
          </p:cNvCxnSpPr>
          <p:nvPr/>
        </p:nvCxnSpPr>
        <p:spPr>
          <a:xfrm>
            <a:off x="5050176" y="2044878"/>
            <a:ext cx="32925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30F38A8-4494-905E-BCDF-82E5B0E24672}"/>
              </a:ext>
            </a:extLst>
          </p:cNvPr>
          <p:cNvSpPr txBox="1"/>
          <p:nvPr/>
        </p:nvSpPr>
        <p:spPr>
          <a:xfrm>
            <a:off x="4163158" y="1894742"/>
            <a:ext cx="8396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!Set</a:t>
            </a:r>
          </a:p>
          <a:p>
            <a:r>
              <a:rPr lang="en-US" dirty="0"/>
              <a:t>To </a:t>
            </a:r>
          </a:p>
          <a:p>
            <a:r>
              <a:rPr lang="en-US" dirty="0"/>
              <a:t>Zero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B6C13B5-7A53-D670-DCA6-3243A9BA46FD}"/>
              </a:ext>
            </a:extLst>
          </p:cNvPr>
          <p:cNvSpPr/>
          <p:nvPr/>
        </p:nvSpPr>
        <p:spPr>
          <a:xfrm>
            <a:off x="6563710" y="4908331"/>
            <a:ext cx="4162097" cy="1445172"/>
          </a:xfrm>
          <a:custGeom>
            <a:avLst/>
            <a:gdLst>
              <a:gd name="csX0" fmla="*/ 4162097 w 4162097"/>
              <a:gd name="csY0" fmla="*/ 0 h 1445172"/>
              <a:gd name="csX1" fmla="*/ 1910256 w 4162097"/>
              <a:gd name="csY1" fmla="*/ 964324 h 1445172"/>
              <a:gd name="csX2" fmla="*/ 0 w 4162097"/>
              <a:gd name="csY2" fmla="*/ 1445172 h 1445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62097" h="1445172">
                <a:moveTo>
                  <a:pt x="4162097" y="0"/>
                </a:moveTo>
                <a:cubicBezTo>
                  <a:pt x="3383018" y="361731"/>
                  <a:pt x="2603939" y="723462"/>
                  <a:pt x="1910256" y="964324"/>
                </a:cubicBezTo>
                <a:cubicBezTo>
                  <a:pt x="1216573" y="1205186"/>
                  <a:pt x="608286" y="1325179"/>
                  <a:pt x="0" y="1445172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B122664-EF7B-5508-2F77-F3023DAFDBB6}"/>
              </a:ext>
            </a:extLst>
          </p:cNvPr>
          <p:cNvSpPr/>
          <p:nvPr/>
        </p:nvSpPr>
        <p:spPr>
          <a:xfrm>
            <a:off x="6547945" y="5189470"/>
            <a:ext cx="3103179" cy="777778"/>
          </a:xfrm>
          <a:custGeom>
            <a:avLst/>
            <a:gdLst>
              <a:gd name="csX0" fmla="*/ 0 w 3103179"/>
              <a:gd name="csY0" fmla="*/ 762013 h 777778"/>
              <a:gd name="csX1" fmla="*/ 961696 w 3103179"/>
              <a:gd name="csY1" fmla="*/ 13 h 777778"/>
              <a:gd name="csX2" fmla="*/ 3103179 w 3103179"/>
              <a:gd name="csY2" fmla="*/ 777778 h 7777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103179" h="777778">
                <a:moveTo>
                  <a:pt x="0" y="762013"/>
                </a:moveTo>
                <a:cubicBezTo>
                  <a:pt x="222250" y="379699"/>
                  <a:pt x="444500" y="-2614"/>
                  <a:pt x="961696" y="13"/>
                </a:cubicBezTo>
                <a:cubicBezTo>
                  <a:pt x="1478892" y="2640"/>
                  <a:pt x="2291035" y="390209"/>
                  <a:pt x="3103179" y="777778"/>
                </a:cubicBezTo>
              </a:path>
            </a:pathLst>
          </a:custGeom>
          <a:noFill/>
          <a:ln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27C3C6-BF5B-68C3-FF99-ED40E6A7A8B4}"/>
              </a:ext>
            </a:extLst>
          </p:cNvPr>
          <p:cNvSpPr/>
          <p:nvPr/>
        </p:nvSpPr>
        <p:spPr>
          <a:xfrm>
            <a:off x="9234488" y="3028950"/>
            <a:ext cx="146905" cy="24659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2AE39B-04B1-C054-948D-F5EE67FD233A}"/>
              </a:ext>
            </a:extLst>
          </p:cNvPr>
          <p:cNvSpPr/>
          <p:nvPr/>
        </p:nvSpPr>
        <p:spPr>
          <a:xfrm>
            <a:off x="8510294" y="5729288"/>
            <a:ext cx="1303400" cy="9566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F59E3BC-F648-41C9-6170-DE468797AEC5}"/>
              </a:ext>
            </a:extLst>
          </p:cNvPr>
          <p:cNvSpPr/>
          <p:nvPr/>
        </p:nvSpPr>
        <p:spPr>
          <a:xfrm>
            <a:off x="8949565" y="3015938"/>
            <a:ext cx="276225" cy="32385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FFAE3192-402D-82C9-7702-77B1C671B375}"/>
              </a:ext>
            </a:extLst>
          </p:cNvPr>
          <p:cNvSpPr/>
          <p:nvPr/>
        </p:nvSpPr>
        <p:spPr>
          <a:xfrm>
            <a:off x="8234068" y="5569743"/>
            <a:ext cx="276225" cy="323850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4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311E7-AC96-410F-1A1D-60B1BE08A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B9EFE9-61B7-1D17-8682-1C067EE798C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117" y="232799"/>
            <a:ext cx="8568996" cy="634498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0C00779-64D0-72DE-1033-26FD96F4C077}"/>
              </a:ext>
            </a:extLst>
          </p:cNvPr>
          <p:cNvSpPr/>
          <p:nvPr/>
        </p:nvSpPr>
        <p:spPr>
          <a:xfrm>
            <a:off x="5053264" y="2606844"/>
            <a:ext cx="689194" cy="1925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FB1C22-DD30-4F60-8EAE-A0D28B512BCC}"/>
              </a:ext>
            </a:extLst>
          </p:cNvPr>
          <p:cNvSpPr/>
          <p:nvPr/>
        </p:nvSpPr>
        <p:spPr>
          <a:xfrm>
            <a:off x="9311824" y="3566285"/>
            <a:ext cx="689194" cy="1925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FE99DD-C653-D6A1-FE8A-18F38944E631}"/>
              </a:ext>
            </a:extLst>
          </p:cNvPr>
          <p:cNvSpPr/>
          <p:nvPr/>
        </p:nvSpPr>
        <p:spPr>
          <a:xfrm>
            <a:off x="11114691" y="3082671"/>
            <a:ext cx="930895" cy="421458"/>
          </a:xfrm>
          <a:prstGeom prst="rect">
            <a:avLst/>
          </a:prstGeom>
          <a:solidFill>
            <a:srgbClr val="D5B6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D13: w (out)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AAD1EE-7D15-9F32-36AF-D3A1762828B8}"/>
              </a:ext>
            </a:extLst>
          </p:cNvPr>
          <p:cNvSpPr/>
          <p:nvPr/>
        </p:nvSpPr>
        <p:spPr>
          <a:xfrm>
            <a:off x="8044583" y="1632640"/>
            <a:ext cx="487434" cy="208548"/>
          </a:xfrm>
          <a:prstGeom prst="rect">
            <a:avLst/>
          </a:prstGeom>
          <a:solidFill>
            <a:srgbClr val="D5B6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4935D3-E547-8F93-D88D-F5E207FA70B0}"/>
              </a:ext>
            </a:extLst>
          </p:cNvPr>
          <p:cNvSpPr/>
          <p:nvPr/>
        </p:nvSpPr>
        <p:spPr>
          <a:xfrm>
            <a:off x="7118991" y="1627817"/>
            <a:ext cx="487434" cy="208548"/>
          </a:xfrm>
          <a:prstGeom prst="rect">
            <a:avLst/>
          </a:prstGeom>
          <a:solidFill>
            <a:srgbClr val="3E7F8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078C77-0145-A64F-B877-13C23446B2DE}"/>
              </a:ext>
            </a:extLst>
          </p:cNvPr>
          <p:cNvSpPr/>
          <p:nvPr/>
        </p:nvSpPr>
        <p:spPr>
          <a:xfrm>
            <a:off x="8891752" y="3847902"/>
            <a:ext cx="937121" cy="243930"/>
          </a:xfrm>
          <a:prstGeom prst="rect">
            <a:avLst/>
          </a:prstGeom>
          <a:solidFill>
            <a:srgbClr val="3E7F8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A0: vf (in)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9178F4-42C2-0C67-9DD4-BE0A5D777487}"/>
              </a:ext>
            </a:extLst>
          </p:cNvPr>
          <p:cNvSpPr/>
          <p:nvPr/>
        </p:nvSpPr>
        <p:spPr>
          <a:xfrm>
            <a:off x="6931572" y="831671"/>
            <a:ext cx="2564525" cy="303410"/>
          </a:xfrm>
          <a:prstGeom prst="rect">
            <a:avLst/>
          </a:prstGeom>
          <a:solidFill>
            <a:schemeClr val="tx1"/>
          </a:solidFill>
          <a:ln>
            <a:solidFill>
              <a:srgbClr val="5058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Analog Discovery Board 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76970F-876D-BD44-683D-BA75D2FD577F}"/>
              </a:ext>
            </a:extLst>
          </p:cNvPr>
          <p:cNvSpPr/>
          <p:nvPr/>
        </p:nvSpPr>
        <p:spPr>
          <a:xfrm>
            <a:off x="4035536" y="2179246"/>
            <a:ext cx="1906542" cy="243930"/>
          </a:xfrm>
          <a:prstGeom prst="rect">
            <a:avLst/>
          </a:prstGeom>
          <a:solidFill>
            <a:schemeClr val="bg1"/>
          </a:solidFill>
          <a:ln>
            <a:solidFill>
              <a:srgbClr val="008C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8C48"/>
                </a:solidFill>
              </a:rPr>
              <a:t>NUCLEO-L476RG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39855F-F304-BBD1-569C-DE40D916A8E4}"/>
              </a:ext>
            </a:extLst>
          </p:cNvPr>
          <p:cNvSpPr/>
          <p:nvPr/>
        </p:nvSpPr>
        <p:spPr>
          <a:xfrm>
            <a:off x="4018993" y="4764339"/>
            <a:ext cx="1034271" cy="243930"/>
          </a:xfrm>
          <a:prstGeom prst="rect">
            <a:avLst/>
          </a:prstGeom>
          <a:solidFill>
            <a:srgbClr val="3E7F8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A2: vf (out)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6EFBA0-8DA4-1FE6-6C90-30F5FB06FADE}"/>
              </a:ext>
            </a:extLst>
          </p:cNvPr>
          <p:cNvSpPr/>
          <p:nvPr/>
        </p:nvSpPr>
        <p:spPr>
          <a:xfrm>
            <a:off x="4147481" y="5059847"/>
            <a:ext cx="905783" cy="243930"/>
          </a:xfrm>
          <a:prstGeom prst="rect">
            <a:avLst/>
          </a:prstGeom>
          <a:solidFill>
            <a:srgbClr val="D5B65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A5: w (in)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8D9446-CCB2-74B1-E313-4D6918E1FB76}"/>
              </a:ext>
            </a:extLst>
          </p:cNvPr>
          <p:cNvSpPr/>
          <p:nvPr/>
        </p:nvSpPr>
        <p:spPr>
          <a:xfrm>
            <a:off x="10883148" y="4012269"/>
            <a:ext cx="1162438" cy="243930"/>
          </a:xfrm>
          <a:prstGeom prst="rect">
            <a:avLst/>
          </a:prstGeom>
          <a:solidFill>
            <a:srgbClr val="BA59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D3: stepSize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7404B3-9E82-5A04-6506-1212DB58BB23}"/>
              </a:ext>
            </a:extLst>
          </p:cNvPr>
          <p:cNvSpPr/>
          <p:nvPr/>
        </p:nvSpPr>
        <p:spPr>
          <a:xfrm>
            <a:off x="10814200" y="4764339"/>
            <a:ext cx="1231386" cy="24393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D2: calcTime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95749F-FB21-B059-70DE-1110492C70EB}"/>
              </a:ext>
            </a:extLst>
          </p:cNvPr>
          <p:cNvSpPr/>
          <p:nvPr/>
        </p:nvSpPr>
        <p:spPr>
          <a:xfrm>
            <a:off x="7825504" y="2695075"/>
            <a:ext cx="487434" cy="208548"/>
          </a:xfrm>
          <a:prstGeom prst="rect">
            <a:avLst/>
          </a:prstGeom>
          <a:solidFill>
            <a:srgbClr val="275E9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W1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0D2976B-5C7E-6A3A-E528-71F7B0C1E4A1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7850142" y="1841188"/>
            <a:ext cx="438158" cy="229556"/>
          </a:xfrm>
          <a:prstGeom prst="straightConnector1">
            <a:avLst/>
          </a:prstGeom>
          <a:ln w="38100">
            <a:solidFill>
              <a:srgbClr val="D5B65D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D6138BD2-741D-032C-3015-25757D05BA78}"/>
              </a:ext>
            </a:extLst>
          </p:cNvPr>
          <p:cNvSpPr/>
          <p:nvPr/>
        </p:nvSpPr>
        <p:spPr>
          <a:xfrm>
            <a:off x="5053264" y="3593339"/>
            <a:ext cx="417896" cy="192505"/>
          </a:xfrm>
          <a:prstGeom prst="rect">
            <a:avLst/>
          </a:prstGeom>
          <a:solidFill>
            <a:srgbClr val="1964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0F20A8-D44B-DF69-6998-29815C66B186}"/>
              </a:ext>
            </a:extLst>
          </p:cNvPr>
          <p:cNvSpPr/>
          <p:nvPr/>
        </p:nvSpPr>
        <p:spPr>
          <a:xfrm>
            <a:off x="6302946" y="3605607"/>
            <a:ext cx="417896" cy="1925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BB95A3-C209-C464-723A-468D8E5EC316}"/>
              </a:ext>
            </a:extLst>
          </p:cNvPr>
          <p:cNvSpPr/>
          <p:nvPr/>
        </p:nvSpPr>
        <p:spPr>
          <a:xfrm>
            <a:off x="9410978" y="5967428"/>
            <a:ext cx="417896" cy="192505"/>
          </a:xfrm>
          <a:prstGeom prst="rect">
            <a:avLst/>
          </a:prstGeom>
          <a:solidFill>
            <a:srgbClr val="1964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D61530-176B-F38D-8657-520C72EC78A7}"/>
              </a:ext>
            </a:extLst>
          </p:cNvPr>
          <p:cNvSpPr/>
          <p:nvPr/>
        </p:nvSpPr>
        <p:spPr>
          <a:xfrm>
            <a:off x="11125200" y="5998704"/>
            <a:ext cx="417896" cy="19250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E69CD82-6C1F-2744-401C-9B6F0C7973B4}"/>
              </a:ext>
            </a:extLst>
          </p:cNvPr>
          <p:cNvSpPr/>
          <p:nvPr/>
        </p:nvSpPr>
        <p:spPr>
          <a:xfrm>
            <a:off x="3957145" y="2095964"/>
            <a:ext cx="3181593" cy="3684726"/>
          </a:xfrm>
          <a:prstGeom prst="rect">
            <a:avLst/>
          </a:prstGeom>
          <a:noFill/>
          <a:ln w="38100">
            <a:solidFill>
              <a:srgbClr val="008C4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46969E-87DC-C90D-0D31-8044D58D095F}"/>
              </a:ext>
            </a:extLst>
          </p:cNvPr>
          <p:cNvSpPr/>
          <p:nvPr/>
        </p:nvSpPr>
        <p:spPr>
          <a:xfrm>
            <a:off x="8922338" y="2147820"/>
            <a:ext cx="1906542" cy="243930"/>
          </a:xfrm>
          <a:prstGeom prst="rect">
            <a:avLst/>
          </a:prstGeom>
          <a:solidFill>
            <a:schemeClr val="bg1"/>
          </a:solidFill>
          <a:ln>
            <a:solidFill>
              <a:srgbClr val="1C6C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1C6CC8"/>
                </a:solidFill>
              </a:rPr>
              <a:t>Nucleo-H723ZG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407723-CC25-4743-59A2-ACC3D53E1074}"/>
              </a:ext>
            </a:extLst>
          </p:cNvPr>
          <p:cNvSpPr/>
          <p:nvPr/>
        </p:nvSpPr>
        <p:spPr>
          <a:xfrm>
            <a:off x="8863993" y="2095964"/>
            <a:ext cx="3181593" cy="4396911"/>
          </a:xfrm>
          <a:prstGeom prst="rect">
            <a:avLst/>
          </a:prstGeom>
          <a:noFill/>
          <a:ln w="38100">
            <a:solidFill>
              <a:srgbClr val="1C6CC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FA1C455-B489-63FE-898E-1016AC5DB432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7362708" y="1836365"/>
            <a:ext cx="269058" cy="259599"/>
          </a:xfrm>
          <a:prstGeom prst="straightConnector1">
            <a:avLst/>
          </a:prstGeom>
          <a:ln w="38100">
            <a:solidFill>
              <a:srgbClr val="3E7F83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5EB9696-37AB-3840-893D-A5CDB5539607}"/>
              </a:ext>
            </a:extLst>
          </p:cNvPr>
          <p:cNvCxnSpPr>
            <a:cxnSpLocks/>
          </p:cNvCxnSpPr>
          <p:nvPr/>
        </p:nvCxnSpPr>
        <p:spPr>
          <a:xfrm flipH="1" flipV="1">
            <a:off x="7688745" y="2338747"/>
            <a:ext cx="380476" cy="315115"/>
          </a:xfrm>
          <a:prstGeom prst="straightConnector1">
            <a:avLst/>
          </a:prstGeom>
          <a:ln w="38100">
            <a:solidFill>
              <a:srgbClr val="275E9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8873EDBF-F6C3-FBCD-859A-E26DBC7368F4}"/>
              </a:ext>
            </a:extLst>
          </p:cNvPr>
          <p:cNvSpPr/>
          <p:nvPr/>
        </p:nvSpPr>
        <p:spPr>
          <a:xfrm>
            <a:off x="3675849" y="5544030"/>
            <a:ext cx="490017" cy="473320"/>
          </a:xfrm>
          <a:prstGeom prst="ellipse">
            <a:avLst/>
          </a:prstGeom>
          <a:solidFill>
            <a:srgbClr val="008C48"/>
          </a:solidFill>
          <a:ln>
            <a:solidFill>
              <a:srgbClr val="217D5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0B279C2-BA83-0291-2A4E-F3480B24CB98}"/>
              </a:ext>
            </a:extLst>
          </p:cNvPr>
          <p:cNvSpPr/>
          <p:nvPr/>
        </p:nvSpPr>
        <p:spPr>
          <a:xfrm>
            <a:off x="11695473" y="1911160"/>
            <a:ext cx="490017" cy="473320"/>
          </a:xfrm>
          <a:prstGeom prst="ellipse">
            <a:avLst/>
          </a:prstGeom>
          <a:solidFill>
            <a:srgbClr val="275E9F"/>
          </a:solidFill>
          <a:ln>
            <a:solidFill>
              <a:srgbClr val="0070C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2CCE686-E971-2185-F5EB-233BFAAD33C4}"/>
              </a:ext>
            </a:extLst>
          </p:cNvPr>
          <p:cNvSpPr/>
          <p:nvPr/>
        </p:nvSpPr>
        <p:spPr>
          <a:xfrm>
            <a:off x="6397551" y="434457"/>
            <a:ext cx="490017" cy="473320"/>
          </a:xfrm>
          <a:prstGeom prst="ellipse">
            <a:avLst/>
          </a:prstGeom>
          <a:ln>
            <a:solidFill>
              <a:schemeClr val="bg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1582194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69</Words>
  <Application>Microsoft Office PowerPoint</Application>
  <PresentationFormat>Widescreen</PresentationFormat>
  <Paragraphs>34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Setup 1</vt:lpstr>
      <vt:lpstr>Setup 2</vt:lpstr>
      <vt:lpstr>Setup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Vanfretti, Luigi</dc:creator>
  <cp:lastModifiedBy>Vanfretti, Luigi</cp:lastModifiedBy>
  <cp:revision>9</cp:revision>
  <dcterms:created xsi:type="dcterms:W3CDTF">2025-12-22T23:45:36Z</dcterms:created>
  <dcterms:modified xsi:type="dcterms:W3CDTF">2026-04-30T16:31:22Z</dcterms:modified>
</cp:coreProperties>
</file>